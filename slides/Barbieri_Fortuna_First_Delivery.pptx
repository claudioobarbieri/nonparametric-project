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1" r:id="rId2"/>
    <p:sldId id="256" r:id="rId3"/>
    <p:sldId id="260" r:id="rId4"/>
    <p:sldId id="257" r:id="rId5"/>
    <p:sldId id="262" r:id="rId6"/>
    <p:sldId id="263" r:id="rId7"/>
  </p:sldIdLst>
  <p:sldSz cx="9144000" cy="6858000" type="screen4x3"/>
  <p:notesSz cx="6858000" cy="9144000"/>
  <p:defaultText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28FA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165" autoAdjust="0"/>
    <p:restoredTop sz="94660"/>
  </p:normalViewPr>
  <p:slideViewPr>
    <p:cSldViewPr snapToGrid="0" snapToObjects="1">
      <p:cViewPr varScale="1">
        <p:scale>
          <a:sx n="111" d="100"/>
          <a:sy n="111" d="100"/>
        </p:scale>
        <p:origin x="2160"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168" name="Rettangolo 167"/>
          <p:cNvSpPr/>
          <p:nvPr userDrawn="1"/>
        </p:nvSpPr>
        <p:spPr>
          <a:xfrm>
            <a:off x="0" y="3832224"/>
            <a:ext cx="9144000" cy="3025775"/>
          </a:xfrm>
          <a:prstGeom prst="rect">
            <a:avLst/>
          </a:prstGeom>
          <a:solidFill>
            <a:srgbClr val="728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grpSp>
        <p:nvGrpSpPr>
          <p:cNvPr id="169" name="Gruppo 168"/>
          <p:cNvGrpSpPr/>
          <p:nvPr userDrawn="1"/>
        </p:nvGrpSpPr>
        <p:grpSpPr>
          <a:xfrm>
            <a:off x="48007" y="3816351"/>
            <a:ext cx="9036647" cy="180000"/>
            <a:chOff x="1218340" y="275867"/>
            <a:chExt cx="17715122" cy="567843"/>
          </a:xfrm>
        </p:grpSpPr>
        <p:cxnSp>
          <p:nvCxnSpPr>
            <p:cNvPr id="170" name="Connettore 1 169"/>
            <p:cNvCxnSpPr/>
            <p:nvPr userDrawn="1"/>
          </p:nvCxnSpPr>
          <p:spPr>
            <a:xfrm>
              <a:off x="121834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1" name="Connettore 1 170"/>
            <p:cNvCxnSpPr/>
            <p:nvPr userDrawn="1"/>
          </p:nvCxnSpPr>
          <p:spPr>
            <a:xfrm>
              <a:off x="136720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2" name="Connettore 1 171"/>
            <p:cNvCxnSpPr/>
            <p:nvPr userDrawn="1"/>
          </p:nvCxnSpPr>
          <p:spPr>
            <a:xfrm>
              <a:off x="151607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3" name="Connettore 1 172"/>
            <p:cNvCxnSpPr/>
            <p:nvPr userDrawn="1"/>
          </p:nvCxnSpPr>
          <p:spPr>
            <a:xfrm>
              <a:off x="166494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4" name="Connettore 1 173"/>
            <p:cNvCxnSpPr/>
            <p:nvPr userDrawn="1"/>
          </p:nvCxnSpPr>
          <p:spPr>
            <a:xfrm>
              <a:off x="181380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5" name="Connettore 1 174"/>
            <p:cNvCxnSpPr/>
            <p:nvPr userDrawn="1"/>
          </p:nvCxnSpPr>
          <p:spPr>
            <a:xfrm>
              <a:off x="196267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6" name="Connettore 1 175"/>
            <p:cNvCxnSpPr/>
            <p:nvPr userDrawn="1"/>
          </p:nvCxnSpPr>
          <p:spPr>
            <a:xfrm>
              <a:off x="211154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7" name="Connettore 1 176"/>
            <p:cNvCxnSpPr/>
            <p:nvPr userDrawn="1"/>
          </p:nvCxnSpPr>
          <p:spPr>
            <a:xfrm>
              <a:off x="226040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8" name="Connettore 1 177"/>
            <p:cNvCxnSpPr/>
            <p:nvPr userDrawn="1"/>
          </p:nvCxnSpPr>
          <p:spPr>
            <a:xfrm>
              <a:off x="240927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9" name="Connettore 1 178"/>
            <p:cNvCxnSpPr/>
            <p:nvPr userDrawn="1"/>
          </p:nvCxnSpPr>
          <p:spPr>
            <a:xfrm>
              <a:off x="255814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0" name="Connettore 1 179"/>
            <p:cNvCxnSpPr/>
            <p:nvPr userDrawn="1"/>
          </p:nvCxnSpPr>
          <p:spPr>
            <a:xfrm>
              <a:off x="270701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1" name="Connettore 1 180"/>
            <p:cNvCxnSpPr/>
            <p:nvPr userDrawn="1"/>
          </p:nvCxnSpPr>
          <p:spPr>
            <a:xfrm>
              <a:off x="285587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2" name="Connettore 1 181"/>
            <p:cNvCxnSpPr/>
            <p:nvPr userDrawn="1"/>
          </p:nvCxnSpPr>
          <p:spPr>
            <a:xfrm>
              <a:off x="300474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3" name="Connettore 1 182"/>
            <p:cNvCxnSpPr/>
            <p:nvPr userDrawn="1"/>
          </p:nvCxnSpPr>
          <p:spPr>
            <a:xfrm>
              <a:off x="315361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4" name="Connettore 1 183"/>
            <p:cNvCxnSpPr/>
            <p:nvPr userDrawn="1"/>
          </p:nvCxnSpPr>
          <p:spPr>
            <a:xfrm>
              <a:off x="330247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5" name="Connettore 1 184"/>
            <p:cNvCxnSpPr/>
            <p:nvPr userDrawn="1"/>
          </p:nvCxnSpPr>
          <p:spPr>
            <a:xfrm>
              <a:off x="345134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6" name="Connettore 1 185"/>
            <p:cNvCxnSpPr/>
            <p:nvPr userDrawn="1"/>
          </p:nvCxnSpPr>
          <p:spPr>
            <a:xfrm>
              <a:off x="360021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7" name="Connettore 1 186"/>
            <p:cNvCxnSpPr/>
            <p:nvPr userDrawn="1"/>
          </p:nvCxnSpPr>
          <p:spPr>
            <a:xfrm>
              <a:off x="374907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8" name="Connettore 1 187"/>
            <p:cNvCxnSpPr/>
            <p:nvPr userDrawn="1"/>
          </p:nvCxnSpPr>
          <p:spPr>
            <a:xfrm>
              <a:off x="389794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9" name="Connettore 1 188"/>
            <p:cNvCxnSpPr/>
            <p:nvPr userDrawn="1"/>
          </p:nvCxnSpPr>
          <p:spPr>
            <a:xfrm>
              <a:off x="404681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0" name="Connettore 1 189"/>
            <p:cNvCxnSpPr/>
            <p:nvPr userDrawn="1"/>
          </p:nvCxnSpPr>
          <p:spPr>
            <a:xfrm>
              <a:off x="419568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1" name="Connettore 1 190"/>
            <p:cNvCxnSpPr/>
            <p:nvPr userDrawn="1"/>
          </p:nvCxnSpPr>
          <p:spPr>
            <a:xfrm>
              <a:off x="434454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2" name="Connettore 1 191"/>
            <p:cNvCxnSpPr/>
            <p:nvPr userDrawn="1"/>
          </p:nvCxnSpPr>
          <p:spPr>
            <a:xfrm>
              <a:off x="449341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3" name="Connettore 1 192"/>
            <p:cNvCxnSpPr/>
            <p:nvPr userDrawn="1"/>
          </p:nvCxnSpPr>
          <p:spPr>
            <a:xfrm>
              <a:off x="464228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4" name="Connettore 1 193"/>
            <p:cNvCxnSpPr/>
            <p:nvPr userDrawn="1"/>
          </p:nvCxnSpPr>
          <p:spPr>
            <a:xfrm>
              <a:off x="479114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5" name="Connettore 1 194"/>
            <p:cNvCxnSpPr/>
            <p:nvPr userDrawn="1"/>
          </p:nvCxnSpPr>
          <p:spPr>
            <a:xfrm>
              <a:off x="494001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6" name="Connettore 1 195"/>
            <p:cNvCxnSpPr/>
            <p:nvPr userDrawn="1"/>
          </p:nvCxnSpPr>
          <p:spPr>
            <a:xfrm>
              <a:off x="508888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7" name="Connettore 1 196"/>
            <p:cNvCxnSpPr/>
            <p:nvPr userDrawn="1"/>
          </p:nvCxnSpPr>
          <p:spPr>
            <a:xfrm>
              <a:off x="523774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8" name="Connettore 1 197"/>
            <p:cNvCxnSpPr/>
            <p:nvPr userDrawn="1"/>
          </p:nvCxnSpPr>
          <p:spPr>
            <a:xfrm>
              <a:off x="538661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9" name="Connettore 1 198"/>
            <p:cNvCxnSpPr/>
            <p:nvPr userDrawn="1"/>
          </p:nvCxnSpPr>
          <p:spPr>
            <a:xfrm>
              <a:off x="553548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0" name="Connettore 1 199"/>
            <p:cNvCxnSpPr/>
            <p:nvPr userDrawn="1"/>
          </p:nvCxnSpPr>
          <p:spPr>
            <a:xfrm>
              <a:off x="568435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1" name="Connettore 1 200"/>
            <p:cNvCxnSpPr/>
            <p:nvPr userDrawn="1"/>
          </p:nvCxnSpPr>
          <p:spPr>
            <a:xfrm>
              <a:off x="583321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2" name="Connettore 1 201"/>
            <p:cNvCxnSpPr/>
            <p:nvPr userDrawn="1"/>
          </p:nvCxnSpPr>
          <p:spPr>
            <a:xfrm>
              <a:off x="598208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3" name="Connettore 1 202"/>
            <p:cNvCxnSpPr/>
            <p:nvPr userDrawn="1"/>
          </p:nvCxnSpPr>
          <p:spPr>
            <a:xfrm>
              <a:off x="613095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4" name="Connettore 1 203"/>
            <p:cNvCxnSpPr/>
            <p:nvPr userDrawn="1"/>
          </p:nvCxnSpPr>
          <p:spPr>
            <a:xfrm>
              <a:off x="627981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5" name="Connettore 1 204"/>
            <p:cNvCxnSpPr/>
            <p:nvPr userDrawn="1"/>
          </p:nvCxnSpPr>
          <p:spPr>
            <a:xfrm>
              <a:off x="642868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6" name="Connettore 1 205"/>
            <p:cNvCxnSpPr/>
            <p:nvPr userDrawn="1"/>
          </p:nvCxnSpPr>
          <p:spPr>
            <a:xfrm>
              <a:off x="657755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7" name="Connettore 1 206"/>
            <p:cNvCxnSpPr/>
            <p:nvPr userDrawn="1"/>
          </p:nvCxnSpPr>
          <p:spPr>
            <a:xfrm>
              <a:off x="672641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8" name="Connettore 1 207"/>
            <p:cNvCxnSpPr/>
            <p:nvPr userDrawn="1"/>
          </p:nvCxnSpPr>
          <p:spPr>
            <a:xfrm>
              <a:off x="687528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9" name="Connettore 1 208"/>
            <p:cNvCxnSpPr/>
            <p:nvPr userDrawn="1"/>
          </p:nvCxnSpPr>
          <p:spPr>
            <a:xfrm>
              <a:off x="702415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0" name="Connettore 1 209"/>
            <p:cNvCxnSpPr/>
            <p:nvPr userDrawn="1"/>
          </p:nvCxnSpPr>
          <p:spPr>
            <a:xfrm>
              <a:off x="717302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1" name="Connettore 1 210"/>
            <p:cNvCxnSpPr/>
            <p:nvPr userDrawn="1"/>
          </p:nvCxnSpPr>
          <p:spPr>
            <a:xfrm>
              <a:off x="732188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2" name="Connettore 1 211"/>
            <p:cNvCxnSpPr/>
            <p:nvPr userDrawn="1"/>
          </p:nvCxnSpPr>
          <p:spPr>
            <a:xfrm>
              <a:off x="747075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3" name="Connettore 1 212"/>
            <p:cNvCxnSpPr/>
            <p:nvPr userDrawn="1"/>
          </p:nvCxnSpPr>
          <p:spPr>
            <a:xfrm>
              <a:off x="761962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4" name="Connettore 1 213"/>
            <p:cNvCxnSpPr/>
            <p:nvPr userDrawn="1"/>
          </p:nvCxnSpPr>
          <p:spPr>
            <a:xfrm>
              <a:off x="776848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5" name="Connettore 1 214"/>
            <p:cNvCxnSpPr/>
            <p:nvPr userDrawn="1"/>
          </p:nvCxnSpPr>
          <p:spPr>
            <a:xfrm>
              <a:off x="791735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6" name="Connettore 1 215"/>
            <p:cNvCxnSpPr/>
            <p:nvPr userDrawn="1"/>
          </p:nvCxnSpPr>
          <p:spPr>
            <a:xfrm>
              <a:off x="806622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7" name="Connettore 1 216"/>
            <p:cNvCxnSpPr/>
            <p:nvPr userDrawn="1"/>
          </p:nvCxnSpPr>
          <p:spPr>
            <a:xfrm>
              <a:off x="821508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8" name="Connettore 1 217"/>
            <p:cNvCxnSpPr/>
            <p:nvPr userDrawn="1"/>
          </p:nvCxnSpPr>
          <p:spPr>
            <a:xfrm>
              <a:off x="836395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9" name="Connettore 1 218"/>
            <p:cNvCxnSpPr/>
            <p:nvPr userDrawn="1"/>
          </p:nvCxnSpPr>
          <p:spPr>
            <a:xfrm>
              <a:off x="851282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0" name="Connettore 1 219"/>
            <p:cNvCxnSpPr/>
            <p:nvPr userDrawn="1"/>
          </p:nvCxnSpPr>
          <p:spPr>
            <a:xfrm>
              <a:off x="866169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1" name="Connettore 1 220"/>
            <p:cNvCxnSpPr/>
            <p:nvPr userDrawn="1"/>
          </p:nvCxnSpPr>
          <p:spPr>
            <a:xfrm>
              <a:off x="881055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2" name="Connettore 1 221"/>
            <p:cNvCxnSpPr/>
            <p:nvPr userDrawn="1"/>
          </p:nvCxnSpPr>
          <p:spPr>
            <a:xfrm>
              <a:off x="895942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3" name="Connettore 1 222"/>
            <p:cNvCxnSpPr/>
            <p:nvPr userDrawn="1"/>
          </p:nvCxnSpPr>
          <p:spPr>
            <a:xfrm>
              <a:off x="910829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4" name="Connettore 1 223"/>
            <p:cNvCxnSpPr/>
            <p:nvPr userDrawn="1"/>
          </p:nvCxnSpPr>
          <p:spPr>
            <a:xfrm>
              <a:off x="925715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5" name="Connettore 1 224"/>
            <p:cNvCxnSpPr/>
            <p:nvPr userDrawn="1"/>
          </p:nvCxnSpPr>
          <p:spPr>
            <a:xfrm>
              <a:off x="940602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6" name="Connettore 1 225"/>
            <p:cNvCxnSpPr/>
            <p:nvPr userDrawn="1"/>
          </p:nvCxnSpPr>
          <p:spPr>
            <a:xfrm>
              <a:off x="955489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7" name="Connettore 1 226"/>
            <p:cNvCxnSpPr/>
            <p:nvPr userDrawn="1"/>
          </p:nvCxnSpPr>
          <p:spPr>
            <a:xfrm>
              <a:off x="970375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8" name="Connettore 1 227"/>
            <p:cNvCxnSpPr/>
            <p:nvPr userDrawn="1"/>
          </p:nvCxnSpPr>
          <p:spPr>
            <a:xfrm>
              <a:off x="985262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9" name="Connettore 1 228"/>
            <p:cNvCxnSpPr/>
            <p:nvPr userDrawn="1"/>
          </p:nvCxnSpPr>
          <p:spPr>
            <a:xfrm>
              <a:off x="1000149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0" name="Connettore 1 229"/>
            <p:cNvCxnSpPr/>
            <p:nvPr userDrawn="1"/>
          </p:nvCxnSpPr>
          <p:spPr>
            <a:xfrm>
              <a:off x="1015036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1" name="Connettore 1 230"/>
            <p:cNvCxnSpPr/>
            <p:nvPr userDrawn="1"/>
          </p:nvCxnSpPr>
          <p:spPr>
            <a:xfrm>
              <a:off x="1029922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2" name="Connettore 1 231"/>
            <p:cNvCxnSpPr/>
            <p:nvPr userDrawn="1"/>
          </p:nvCxnSpPr>
          <p:spPr>
            <a:xfrm>
              <a:off x="1044809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3" name="Connettore 1 232"/>
            <p:cNvCxnSpPr/>
            <p:nvPr userDrawn="1"/>
          </p:nvCxnSpPr>
          <p:spPr>
            <a:xfrm>
              <a:off x="1059696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4" name="Connettore 1 233"/>
            <p:cNvCxnSpPr/>
            <p:nvPr userDrawn="1"/>
          </p:nvCxnSpPr>
          <p:spPr>
            <a:xfrm>
              <a:off x="1074582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5" name="Connettore 1 234"/>
            <p:cNvCxnSpPr/>
            <p:nvPr userDrawn="1"/>
          </p:nvCxnSpPr>
          <p:spPr>
            <a:xfrm>
              <a:off x="1089469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6" name="Connettore 1 235"/>
            <p:cNvCxnSpPr/>
            <p:nvPr userDrawn="1"/>
          </p:nvCxnSpPr>
          <p:spPr>
            <a:xfrm>
              <a:off x="1104356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7" name="Connettore 1 236"/>
            <p:cNvCxnSpPr/>
            <p:nvPr userDrawn="1"/>
          </p:nvCxnSpPr>
          <p:spPr>
            <a:xfrm>
              <a:off x="1119242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8" name="Connettore 1 237"/>
            <p:cNvCxnSpPr/>
            <p:nvPr userDrawn="1"/>
          </p:nvCxnSpPr>
          <p:spPr>
            <a:xfrm>
              <a:off x="1134129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9" name="Connettore 1 238"/>
            <p:cNvCxnSpPr/>
            <p:nvPr userDrawn="1"/>
          </p:nvCxnSpPr>
          <p:spPr>
            <a:xfrm>
              <a:off x="1149016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0" name="Connettore 1 239"/>
            <p:cNvCxnSpPr/>
            <p:nvPr userDrawn="1"/>
          </p:nvCxnSpPr>
          <p:spPr>
            <a:xfrm>
              <a:off x="1163903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1" name="Connettore 1 240"/>
            <p:cNvCxnSpPr/>
            <p:nvPr userDrawn="1"/>
          </p:nvCxnSpPr>
          <p:spPr>
            <a:xfrm>
              <a:off x="1178789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2" name="Connettore 1 241"/>
            <p:cNvCxnSpPr/>
            <p:nvPr userDrawn="1"/>
          </p:nvCxnSpPr>
          <p:spPr>
            <a:xfrm>
              <a:off x="1193676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3" name="Connettore 1 242"/>
            <p:cNvCxnSpPr/>
            <p:nvPr userDrawn="1"/>
          </p:nvCxnSpPr>
          <p:spPr>
            <a:xfrm>
              <a:off x="1208563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4" name="Connettore 1 243"/>
            <p:cNvCxnSpPr/>
            <p:nvPr userDrawn="1"/>
          </p:nvCxnSpPr>
          <p:spPr>
            <a:xfrm>
              <a:off x="1223449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5" name="Connettore 1 244"/>
            <p:cNvCxnSpPr/>
            <p:nvPr userDrawn="1"/>
          </p:nvCxnSpPr>
          <p:spPr>
            <a:xfrm>
              <a:off x="1238336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6" name="Connettore 1 245"/>
            <p:cNvCxnSpPr/>
            <p:nvPr userDrawn="1"/>
          </p:nvCxnSpPr>
          <p:spPr>
            <a:xfrm>
              <a:off x="1253223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7" name="Connettore 1 246"/>
            <p:cNvCxnSpPr/>
            <p:nvPr userDrawn="1"/>
          </p:nvCxnSpPr>
          <p:spPr>
            <a:xfrm>
              <a:off x="1268109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8" name="Connettore 1 247"/>
            <p:cNvCxnSpPr/>
            <p:nvPr userDrawn="1"/>
          </p:nvCxnSpPr>
          <p:spPr>
            <a:xfrm>
              <a:off x="1282996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9" name="Connettore 1 248"/>
            <p:cNvCxnSpPr/>
            <p:nvPr userDrawn="1"/>
          </p:nvCxnSpPr>
          <p:spPr>
            <a:xfrm>
              <a:off x="1297883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0" name="Connettore 1 249"/>
            <p:cNvCxnSpPr/>
            <p:nvPr userDrawn="1"/>
          </p:nvCxnSpPr>
          <p:spPr>
            <a:xfrm>
              <a:off x="1312770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1" name="Connettore 1 250"/>
            <p:cNvCxnSpPr/>
            <p:nvPr userDrawn="1"/>
          </p:nvCxnSpPr>
          <p:spPr>
            <a:xfrm>
              <a:off x="1327656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2" name="Connettore 1 251"/>
            <p:cNvCxnSpPr/>
            <p:nvPr userDrawn="1"/>
          </p:nvCxnSpPr>
          <p:spPr>
            <a:xfrm>
              <a:off x="1342543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3" name="Connettore 1 252"/>
            <p:cNvCxnSpPr/>
            <p:nvPr userDrawn="1"/>
          </p:nvCxnSpPr>
          <p:spPr>
            <a:xfrm>
              <a:off x="1357430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4" name="Connettore 1 253"/>
            <p:cNvCxnSpPr/>
            <p:nvPr userDrawn="1"/>
          </p:nvCxnSpPr>
          <p:spPr>
            <a:xfrm>
              <a:off x="1372316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5" name="Connettore 1 254"/>
            <p:cNvCxnSpPr/>
            <p:nvPr userDrawn="1"/>
          </p:nvCxnSpPr>
          <p:spPr>
            <a:xfrm>
              <a:off x="1387203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6" name="Connettore 1 255"/>
            <p:cNvCxnSpPr/>
            <p:nvPr userDrawn="1"/>
          </p:nvCxnSpPr>
          <p:spPr>
            <a:xfrm>
              <a:off x="1402090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7" name="Connettore 1 256"/>
            <p:cNvCxnSpPr/>
            <p:nvPr userDrawn="1"/>
          </p:nvCxnSpPr>
          <p:spPr>
            <a:xfrm>
              <a:off x="1416976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8" name="Connettore 1 257"/>
            <p:cNvCxnSpPr/>
            <p:nvPr userDrawn="1"/>
          </p:nvCxnSpPr>
          <p:spPr>
            <a:xfrm>
              <a:off x="1431863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9" name="Connettore 1 258"/>
            <p:cNvCxnSpPr/>
            <p:nvPr userDrawn="1"/>
          </p:nvCxnSpPr>
          <p:spPr>
            <a:xfrm>
              <a:off x="1446750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0" name="Connettore 1 259"/>
            <p:cNvCxnSpPr/>
            <p:nvPr userDrawn="1"/>
          </p:nvCxnSpPr>
          <p:spPr>
            <a:xfrm>
              <a:off x="1461637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1" name="Connettore 1 260"/>
            <p:cNvCxnSpPr/>
            <p:nvPr userDrawn="1"/>
          </p:nvCxnSpPr>
          <p:spPr>
            <a:xfrm>
              <a:off x="1476523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2" name="Connettore 1 261"/>
            <p:cNvCxnSpPr/>
            <p:nvPr userDrawn="1"/>
          </p:nvCxnSpPr>
          <p:spPr>
            <a:xfrm>
              <a:off x="1491410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3" name="Connettore 1 262"/>
            <p:cNvCxnSpPr/>
            <p:nvPr userDrawn="1"/>
          </p:nvCxnSpPr>
          <p:spPr>
            <a:xfrm>
              <a:off x="1506297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4" name="Connettore 1 263"/>
            <p:cNvCxnSpPr/>
            <p:nvPr userDrawn="1"/>
          </p:nvCxnSpPr>
          <p:spPr>
            <a:xfrm>
              <a:off x="1521183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5" name="Connettore 1 264"/>
            <p:cNvCxnSpPr/>
            <p:nvPr userDrawn="1"/>
          </p:nvCxnSpPr>
          <p:spPr>
            <a:xfrm>
              <a:off x="1536070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6" name="Connettore 1 265"/>
            <p:cNvCxnSpPr/>
            <p:nvPr userDrawn="1"/>
          </p:nvCxnSpPr>
          <p:spPr>
            <a:xfrm>
              <a:off x="1550957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7" name="Connettore 1 266"/>
            <p:cNvCxnSpPr/>
            <p:nvPr userDrawn="1"/>
          </p:nvCxnSpPr>
          <p:spPr>
            <a:xfrm>
              <a:off x="1565843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8" name="Connettore 1 267"/>
            <p:cNvCxnSpPr/>
            <p:nvPr userDrawn="1"/>
          </p:nvCxnSpPr>
          <p:spPr>
            <a:xfrm>
              <a:off x="1580730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9" name="Connettore 1 268"/>
            <p:cNvCxnSpPr/>
            <p:nvPr userDrawn="1"/>
          </p:nvCxnSpPr>
          <p:spPr>
            <a:xfrm>
              <a:off x="1595617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0" name="Connettore 1 269"/>
            <p:cNvCxnSpPr/>
            <p:nvPr userDrawn="1"/>
          </p:nvCxnSpPr>
          <p:spPr>
            <a:xfrm>
              <a:off x="1610504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1" name="Connettore 1 270"/>
            <p:cNvCxnSpPr/>
            <p:nvPr userDrawn="1"/>
          </p:nvCxnSpPr>
          <p:spPr>
            <a:xfrm>
              <a:off x="1625390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2" name="Connettore 1 271"/>
            <p:cNvCxnSpPr/>
            <p:nvPr userDrawn="1"/>
          </p:nvCxnSpPr>
          <p:spPr>
            <a:xfrm>
              <a:off x="1640277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3" name="Connettore 1 272"/>
            <p:cNvCxnSpPr/>
            <p:nvPr userDrawn="1"/>
          </p:nvCxnSpPr>
          <p:spPr>
            <a:xfrm>
              <a:off x="1655164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4" name="Connettore 1 273"/>
            <p:cNvCxnSpPr/>
            <p:nvPr userDrawn="1"/>
          </p:nvCxnSpPr>
          <p:spPr>
            <a:xfrm>
              <a:off x="1670050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5" name="Connettore 1 274"/>
            <p:cNvCxnSpPr/>
            <p:nvPr userDrawn="1"/>
          </p:nvCxnSpPr>
          <p:spPr>
            <a:xfrm>
              <a:off x="1684937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6" name="Connettore 1 275"/>
            <p:cNvCxnSpPr/>
            <p:nvPr userDrawn="1"/>
          </p:nvCxnSpPr>
          <p:spPr>
            <a:xfrm>
              <a:off x="1699824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7" name="Connettore 1 276"/>
            <p:cNvCxnSpPr/>
            <p:nvPr userDrawn="1"/>
          </p:nvCxnSpPr>
          <p:spPr>
            <a:xfrm>
              <a:off x="1714710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8" name="Connettore 1 277"/>
            <p:cNvCxnSpPr/>
            <p:nvPr userDrawn="1"/>
          </p:nvCxnSpPr>
          <p:spPr>
            <a:xfrm>
              <a:off x="1729597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9" name="Connettore 1 278"/>
            <p:cNvCxnSpPr/>
            <p:nvPr userDrawn="1"/>
          </p:nvCxnSpPr>
          <p:spPr>
            <a:xfrm>
              <a:off x="1744484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0" name="Connettore 1 279"/>
            <p:cNvCxnSpPr/>
            <p:nvPr userDrawn="1"/>
          </p:nvCxnSpPr>
          <p:spPr>
            <a:xfrm>
              <a:off x="1759371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1" name="Connettore 1 280"/>
            <p:cNvCxnSpPr/>
            <p:nvPr userDrawn="1"/>
          </p:nvCxnSpPr>
          <p:spPr>
            <a:xfrm>
              <a:off x="1774257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2" name="Connettore 1 281"/>
            <p:cNvCxnSpPr/>
            <p:nvPr userDrawn="1"/>
          </p:nvCxnSpPr>
          <p:spPr>
            <a:xfrm>
              <a:off x="1789144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3" name="Connettore 1 282"/>
            <p:cNvCxnSpPr/>
            <p:nvPr userDrawn="1"/>
          </p:nvCxnSpPr>
          <p:spPr>
            <a:xfrm>
              <a:off x="1804031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4" name="Connettore 1 283"/>
            <p:cNvCxnSpPr/>
            <p:nvPr userDrawn="1"/>
          </p:nvCxnSpPr>
          <p:spPr>
            <a:xfrm>
              <a:off x="1818917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5" name="Connettore 1 284"/>
            <p:cNvCxnSpPr/>
            <p:nvPr userDrawn="1"/>
          </p:nvCxnSpPr>
          <p:spPr>
            <a:xfrm>
              <a:off x="1833804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6" name="Connettore 1 285"/>
            <p:cNvCxnSpPr/>
            <p:nvPr userDrawn="1"/>
          </p:nvCxnSpPr>
          <p:spPr>
            <a:xfrm>
              <a:off x="1848691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7" name="Connettore 1 286"/>
            <p:cNvCxnSpPr/>
            <p:nvPr userDrawn="1"/>
          </p:nvCxnSpPr>
          <p:spPr>
            <a:xfrm>
              <a:off x="1863577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8" name="Connettore 1 287"/>
            <p:cNvCxnSpPr/>
            <p:nvPr userDrawn="1"/>
          </p:nvCxnSpPr>
          <p:spPr>
            <a:xfrm>
              <a:off x="1878464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9" name="Connettore 1 288"/>
            <p:cNvCxnSpPr/>
            <p:nvPr userDrawn="1"/>
          </p:nvCxnSpPr>
          <p:spPr>
            <a:xfrm>
              <a:off x="1893346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grpSp>
      <p:sp>
        <p:nvSpPr>
          <p:cNvPr id="2" name="Titolo 1"/>
          <p:cNvSpPr>
            <a:spLocks noGrp="1"/>
          </p:cNvSpPr>
          <p:nvPr>
            <p:ph type="ctrTitle"/>
          </p:nvPr>
        </p:nvSpPr>
        <p:spPr>
          <a:xfrm>
            <a:off x="641534" y="4149725"/>
            <a:ext cx="7772400" cy="968375"/>
          </a:xfrm>
        </p:spPr>
        <p:txBody>
          <a:bodyPr>
            <a:normAutofit/>
          </a:bodyPr>
          <a:lstStyle>
            <a:lvl1pPr>
              <a:defRPr sz="3600"/>
            </a:lvl1pPr>
          </a:lstStyle>
          <a:p>
            <a:r>
              <a:rPr lang="it-IT" dirty="0"/>
              <a:t>Fare clic per modificare lo stile del titolo</a:t>
            </a:r>
          </a:p>
        </p:txBody>
      </p:sp>
      <p:sp>
        <p:nvSpPr>
          <p:cNvPr id="3" name="Sottotitolo 2"/>
          <p:cNvSpPr>
            <a:spLocks noGrp="1"/>
          </p:cNvSpPr>
          <p:nvPr>
            <p:ph type="subTitle" idx="1"/>
          </p:nvPr>
        </p:nvSpPr>
        <p:spPr>
          <a:xfrm>
            <a:off x="641534" y="5260975"/>
            <a:ext cx="7772400" cy="1333500"/>
          </a:xfr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dirty="0"/>
              <a:t>Fare clic per modificare lo stile del sottotitolo dello schema</a:t>
            </a:r>
          </a:p>
        </p:txBody>
      </p:sp>
    </p:spTree>
    <p:extLst>
      <p:ext uri="{BB962C8B-B14F-4D97-AF65-F5344CB8AC3E}">
        <p14:creationId xmlns:p14="http://schemas.microsoft.com/office/powerpoint/2010/main" val="514812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53" name="Rettangolo 252"/>
          <p:cNvSpPr/>
          <p:nvPr userDrawn="1"/>
        </p:nvSpPr>
        <p:spPr>
          <a:xfrm>
            <a:off x="0" y="1"/>
            <a:ext cx="9144000" cy="1269904"/>
          </a:xfrm>
          <a:prstGeom prst="rect">
            <a:avLst/>
          </a:prstGeom>
          <a:solidFill>
            <a:srgbClr val="728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a:xfrm>
            <a:off x="457200" y="1600200"/>
            <a:ext cx="8323726" cy="4525963"/>
          </a:xfrm>
        </p:spPr>
        <p:txBody>
          <a:bodyPr/>
          <a:lstStyle/>
          <a:p>
            <a:pPr lvl="0"/>
            <a:r>
              <a:rPr lang="it-IT" dirty="0"/>
              <a:t>Fare clic per modificare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129" name="Rettangolo 128"/>
          <p:cNvSpPr/>
          <p:nvPr userDrawn="1"/>
        </p:nvSpPr>
        <p:spPr>
          <a:xfrm>
            <a:off x="0" y="6126162"/>
            <a:ext cx="9144000" cy="731837"/>
          </a:xfrm>
          <a:prstGeom prst="rect">
            <a:avLst/>
          </a:prstGeom>
          <a:solidFill>
            <a:srgbClr val="728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130" name="CasellaDiTesto 129"/>
          <p:cNvSpPr txBox="1"/>
          <p:nvPr userDrawn="1"/>
        </p:nvSpPr>
        <p:spPr>
          <a:xfrm>
            <a:off x="157778" y="6363505"/>
            <a:ext cx="3069174" cy="276999"/>
          </a:xfrm>
          <a:prstGeom prst="rect">
            <a:avLst/>
          </a:prstGeom>
          <a:noFill/>
        </p:spPr>
        <p:txBody>
          <a:bodyPr wrap="none" rtlCol="0">
            <a:spAutoFit/>
          </a:bodyPr>
          <a:lstStyle/>
          <a:p>
            <a:r>
              <a:rPr lang="it-IT" sz="1200" b="1" dirty="0">
                <a:solidFill>
                  <a:srgbClr val="FFFFFF"/>
                </a:solidFill>
                <a:latin typeface="Arial"/>
                <a:cs typeface="Arial"/>
              </a:rPr>
              <a:t>Nome Cognome</a:t>
            </a:r>
            <a:r>
              <a:rPr lang="it-IT" sz="1200" b="1" baseline="0" dirty="0">
                <a:solidFill>
                  <a:srgbClr val="FFFFFF"/>
                </a:solidFill>
                <a:latin typeface="Arial"/>
                <a:cs typeface="Arial"/>
              </a:rPr>
              <a:t>, </a:t>
            </a:r>
            <a:r>
              <a:rPr lang="it-IT" sz="1200" b="1" baseline="0" dirty="0" err="1">
                <a:solidFill>
                  <a:srgbClr val="FFFFFF"/>
                </a:solidFill>
                <a:latin typeface="Arial"/>
                <a:cs typeface="Arial"/>
              </a:rPr>
              <a:t>assoc.prof</a:t>
            </a:r>
            <a:r>
              <a:rPr lang="it-IT" sz="1200" b="1" baseline="0" dirty="0">
                <a:solidFill>
                  <a:srgbClr val="FFFFFF"/>
                </a:solidFill>
                <a:latin typeface="Arial"/>
                <a:cs typeface="Arial"/>
              </a:rPr>
              <a:t>. ABC </a:t>
            </a:r>
            <a:r>
              <a:rPr lang="it-IT" sz="1200" b="1" baseline="0" dirty="0" err="1">
                <a:solidFill>
                  <a:srgbClr val="FFFFFF"/>
                </a:solidFill>
                <a:latin typeface="Arial"/>
                <a:cs typeface="Arial"/>
              </a:rPr>
              <a:t>Dept</a:t>
            </a:r>
            <a:r>
              <a:rPr lang="it-IT" sz="1200" b="1" baseline="0" dirty="0">
                <a:solidFill>
                  <a:srgbClr val="FFFFFF"/>
                </a:solidFill>
                <a:latin typeface="Arial"/>
                <a:cs typeface="Arial"/>
              </a:rPr>
              <a:t>.</a:t>
            </a:r>
            <a:endParaRPr lang="it-IT" sz="1200" b="1" dirty="0">
              <a:solidFill>
                <a:srgbClr val="FFFFFF"/>
              </a:solidFill>
              <a:latin typeface="Arial"/>
              <a:cs typeface="Arial"/>
            </a:endParaRPr>
          </a:p>
        </p:txBody>
      </p:sp>
      <p:grpSp>
        <p:nvGrpSpPr>
          <p:cNvPr id="132" name="Gruppo 131"/>
          <p:cNvGrpSpPr/>
          <p:nvPr userDrawn="1"/>
        </p:nvGrpSpPr>
        <p:grpSpPr>
          <a:xfrm>
            <a:off x="48007" y="1089904"/>
            <a:ext cx="9036647" cy="180000"/>
            <a:chOff x="1218340" y="275867"/>
            <a:chExt cx="17715122" cy="567843"/>
          </a:xfrm>
        </p:grpSpPr>
        <p:cxnSp>
          <p:nvCxnSpPr>
            <p:cNvPr id="133" name="Connettore 1 132"/>
            <p:cNvCxnSpPr/>
            <p:nvPr userDrawn="1"/>
          </p:nvCxnSpPr>
          <p:spPr>
            <a:xfrm>
              <a:off x="121834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4" name="Connettore 1 133"/>
            <p:cNvCxnSpPr/>
            <p:nvPr userDrawn="1"/>
          </p:nvCxnSpPr>
          <p:spPr>
            <a:xfrm>
              <a:off x="136720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5" name="Connettore 1 134"/>
            <p:cNvCxnSpPr/>
            <p:nvPr userDrawn="1"/>
          </p:nvCxnSpPr>
          <p:spPr>
            <a:xfrm>
              <a:off x="151607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6" name="Connettore 1 135"/>
            <p:cNvCxnSpPr/>
            <p:nvPr userDrawn="1"/>
          </p:nvCxnSpPr>
          <p:spPr>
            <a:xfrm>
              <a:off x="166494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7" name="Connettore 1 136"/>
            <p:cNvCxnSpPr/>
            <p:nvPr userDrawn="1"/>
          </p:nvCxnSpPr>
          <p:spPr>
            <a:xfrm>
              <a:off x="181380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8" name="Connettore 1 137"/>
            <p:cNvCxnSpPr/>
            <p:nvPr userDrawn="1"/>
          </p:nvCxnSpPr>
          <p:spPr>
            <a:xfrm>
              <a:off x="196267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9" name="Connettore 1 138"/>
            <p:cNvCxnSpPr/>
            <p:nvPr userDrawn="1"/>
          </p:nvCxnSpPr>
          <p:spPr>
            <a:xfrm>
              <a:off x="211154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0" name="Connettore 1 139"/>
            <p:cNvCxnSpPr/>
            <p:nvPr userDrawn="1"/>
          </p:nvCxnSpPr>
          <p:spPr>
            <a:xfrm>
              <a:off x="226040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1" name="Connettore 1 140"/>
            <p:cNvCxnSpPr/>
            <p:nvPr userDrawn="1"/>
          </p:nvCxnSpPr>
          <p:spPr>
            <a:xfrm>
              <a:off x="240927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2" name="Connettore 1 141"/>
            <p:cNvCxnSpPr/>
            <p:nvPr userDrawn="1"/>
          </p:nvCxnSpPr>
          <p:spPr>
            <a:xfrm>
              <a:off x="255814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3" name="Connettore 1 142"/>
            <p:cNvCxnSpPr/>
            <p:nvPr userDrawn="1"/>
          </p:nvCxnSpPr>
          <p:spPr>
            <a:xfrm>
              <a:off x="270701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4" name="Connettore 1 143"/>
            <p:cNvCxnSpPr/>
            <p:nvPr userDrawn="1"/>
          </p:nvCxnSpPr>
          <p:spPr>
            <a:xfrm>
              <a:off x="285587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5" name="Connettore 1 144"/>
            <p:cNvCxnSpPr/>
            <p:nvPr userDrawn="1"/>
          </p:nvCxnSpPr>
          <p:spPr>
            <a:xfrm>
              <a:off x="300474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6" name="Connettore 1 145"/>
            <p:cNvCxnSpPr/>
            <p:nvPr userDrawn="1"/>
          </p:nvCxnSpPr>
          <p:spPr>
            <a:xfrm>
              <a:off x="315361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7" name="Connettore 1 146"/>
            <p:cNvCxnSpPr/>
            <p:nvPr userDrawn="1"/>
          </p:nvCxnSpPr>
          <p:spPr>
            <a:xfrm>
              <a:off x="330247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8" name="Connettore 1 147"/>
            <p:cNvCxnSpPr/>
            <p:nvPr userDrawn="1"/>
          </p:nvCxnSpPr>
          <p:spPr>
            <a:xfrm>
              <a:off x="345134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9" name="Connettore 1 148"/>
            <p:cNvCxnSpPr/>
            <p:nvPr userDrawn="1"/>
          </p:nvCxnSpPr>
          <p:spPr>
            <a:xfrm>
              <a:off x="360021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0" name="Connettore 1 149"/>
            <p:cNvCxnSpPr/>
            <p:nvPr userDrawn="1"/>
          </p:nvCxnSpPr>
          <p:spPr>
            <a:xfrm>
              <a:off x="374907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1" name="Connettore 1 150"/>
            <p:cNvCxnSpPr/>
            <p:nvPr userDrawn="1"/>
          </p:nvCxnSpPr>
          <p:spPr>
            <a:xfrm>
              <a:off x="389794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2" name="Connettore 1 151"/>
            <p:cNvCxnSpPr/>
            <p:nvPr userDrawn="1"/>
          </p:nvCxnSpPr>
          <p:spPr>
            <a:xfrm>
              <a:off x="404681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3" name="Connettore 1 152"/>
            <p:cNvCxnSpPr/>
            <p:nvPr userDrawn="1"/>
          </p:nvCxnSpPr>
          <p:spPr>
            <a:xfrm>
              <a:off x="419568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4" name="Connettore 1 153"/>
            <p:cNvCxnSpPr/>
            <p:nvPr userDrawn="1"/>
          </p:nvCxnSpPr>
          <p:spPr>
            <a:xfrm>
              <a:off x="434454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5" name="Connettore 1 154"/>
            <p:cNvCxnSpPr/>
            <p:nvPr userDrawn="1"/>
          </p:nvCxnSpPr>
          <p:spPr>
            <a:xfrm>
              <a:off x="449341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6" name="Connettore 1 155"/>
            <p:cNvCxnSpPr/>
            <p:nvPr userDrawn="1"/>
          </p:nvCxnSpPr>
          <p:spPr>
            <a:xfrm>
              <a:off x="464228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7" name="Connettore 1 156"/>
            <p:cNvCxnSpPr/>
            <p:nvPr userDrawn="1"/>
          </p:nvCxnSpPr>
          <p:spPr>
            <a:xfrm>
              <a:off x="479114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8" name="Connettore 1 157"/>
            <p:cNvCxnSpPr/>
            <p:nvPr userDrawn="1"/>
          </p:nvCxnSpPr>
          <p:spPr>
            <a:xfrm>
              <a:off x="494001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9" name="Connettore 1 158"/>
            <p:cNvCxnSpPr/>
            <p:nvPr userDrawn="1"/>
          </p:nvCxnSpPr>
          <p:spPr>
            <a:xfrm>
              <a:off x="508888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0" name="Connettore 1 159"/>
            <p:cNvCxnSpPr/>
            <p:nvPr userDrawn="1"/>
          </p:nvCxnSpPr>
          <p:spPr>
            <a:xfrm>
              <a:off x="523774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1" name="Connettore 1 160"/>
            <p:cNvCxnSpPr/>
            <p:nvPr userDrawn="1"/>
          </p:nvCxnSpPr>
          <p:spPr>
            <a:xfrm>
              <a:off x="538661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2" name="Connettore 1 161"/>
            <p:cNvCxnSpPr/>
            <p:nvPr userDrawn="1"/>
          </p:nvCxnSpPr>
          <p:spPr>
            <a:xfrm>
              <a:off x="553548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3" name="Connettore 1 162"/>
            <p:cNvCxnSpPr/>
            <p:nvPr userDrawn="1"/>
          </p:nvCxnSpPr>
          <p:spPr>
            <a:xfrm>
              <a:off x="568435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4" name="Connettore 1 163"/>
            <p:cNvCxnSpPr/>
            <p:nvPr userDrawn="1"/>
          </p:nvCxnSpPr>
          <p:spPr>
            <a:xfrm>
              <a:off x="583321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5" name="Connettore 1 164"/>
            <p:cNvCxnSpPr/>
            <p:nvPr userDrawn="1"/>
          </p:nvCxnSpPr>
          <p:spPr>
            <a:xfrm>
              <a:off x="598208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6" name="Connettore 1 165"/>
            <p:cNvCxnSpPr/>
            <p:nvPr userDrawn="1"/>
          </p:nvCxnSpPr>
          <p:spPr>
            <a:xfrm>
              <a:off x="613095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7" name="Connettore 1 166"/>
            <p:cNvCxnSpPr/>
            <p:nvPr userDrawn="1"/>
          </p:nvCxnSpPr>
          <p:spPr>
            <a:xfrm>
              <a:off x="627981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8" name="Connettore 1 167"/>
            <p:cNvCxnSpPr/>
            <p:nvPr userDrawn="1"/>
          </p:nvCxnSpPr>
          <p:spPr>
            <a:xfrm>
              <a:off x="642868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9" name="Connettore 1 168"/>
            <p:cNvCxnSpPr/>
            <p:nvPr userDrawn="1"/>
          </p:nvCxnSpPr>
          <p:spPr>
            <a:xfrm>
              <a:off x="657755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0" name="Connettore 1 169"/>
            <p:cNvCxnSpPr/>
            <p:nvPr userDrawn="1"/>
          </p:nvCxnSpPr>
          <p:spPr>
            <a:xfrm>
              <a:off x="672641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1" name="Connettore 1 170"/>
            <p:cNvCxnSpPr/>
            <p:nvPr userDrawn="1"/>
          </p:nvCxnSpPr>
          <p:spPr>
            <a:xfrm>
              <a:off x="687528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2" name="Connettore 1 171"/>
            <p:cNvCxnSpPr/>
            <p:nvPr userDrawn="1"/>
          </p:nvCxnSpPr>
          <p:spPr>
            <a:xfrm>
              <a:off x="702415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3" name="Connettore 1 172"/>
            <p:cNvCxnSpPr/>
            <p:nvPr userDrawn="1"/>
          </p:nvCxnSpPr>
          <p:spPr>
            <a:xfrm>
              <a:off x="717302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4" name="Connettore 1 173"/>
            <p:cNvCxnSpPr/>
            <p:nvPr userDrawn="1"/>
          </p:nvCxnSpPr>
          <p:spPr>
            <a:xfrm>
              <a:off x="732188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5" name="Connettore 1 174"/>
            <p:cNvCxnSpPr/>
            <p:nvPr userDrawn="1"/>
          </p:nvCxnSpPr>
          <p:spPr>
            <a:xfrm>
              <a:off x="747075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6" name="Connettore 1 175"/>
            <p:cNvCxnSpPr/>
            <p:nvPr userDrawn="1"/>
          </p:nvCxnSpPr>
          <p:spPr>
            <a:xfrm>
              <a:off x="761962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7" name="Connettore 1 176"/>
            <p:cNvCxnSpPr/>
            <p:nvPr userDrawn="1"/>
          </p:nvCxnSpPr>
          <p:spPr>
            <a:xfrm>
              <a:off x="776848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8" name="Connettore 1 177"/>
            <p:cNvCxnSpPr/>
            <p:nvPr userDrawn="1"/>
          </p:nvCxnSpPr>
          <p:spPr>
            <a:xfrm>
              <a:off x="791735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9" name="Connettore 1 178"/>
            <p:cNvCxnSpPr/>
            <p:nvPr userDrawn="1"/>
          </p:nvCxnSpPr>
          <p:spPr>
            <a:xfrm>
              <a:off x="806622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0" name="Connettore 1 179"/>
            <p:cNvCxnSpPr/>
            <p:nvPr userDrawn="1"/>
          </p:nvCxnSpPr>
          <p:spPr>
            <a:xfrm>
              <a:off x="821508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1" name="Connettore 1 180"/>
            <p:cNvCxnSpPr/>
            <p:nvPr userDrawn="1"/>
          </p:nvCxnSpPr>
          <p:spPr>
            <a:xfrm>
              <a:off x="836395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2" name="Connettore 1 181"/>
            <p:cNvCxnSpPr/>
            <p:nvPr userDrawn="1"/>
          </p:nvCxnSpPr>
          <p:spPr>
            <a:xfrm>
              <a:off x="851282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3" name="Connettore 1 182"/>
            <p:cNvCxnSpPr/>
            <p:nvPr userDrawn="1"/>
          </p:nvCxnSpPr>
          <p:spPr>
            <a:xfrm>
              <a:off x="866169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4" name="Connettore 1 183"/>
            <p:cNvCxnSpPr/>
            <p:nvPr userDrawn="1"/>
          </p:nvCxnSpPr>
          <p:spPr>
            <a:xfrm>
              <a:off x="881055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5" name="Connettore 1 184"/>
            <p:cNvCxnSpPr/>
            <p:nvPr userDrawn="1"/>
          </p:nvCxnSpPr>
          <p:spPr>
            <a:xfrm>
              <a:off x="895942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6" name="Connettore 1 185"/>
            <p:cNvCxnSpPr/>
            <p:nvPr userDrawn="1"/>
          </p:nvCxnSpPr>
          <p:spPr>
            <a:xfrm>
              <a:off x="910829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7" name="Connettore 1 186"/>
            <p:cNvCxnSpPr/>
            <p:nvPr userDrawn="1"/>
          </p:nvCxnSpPr>
          <p:spPr>
            <a:xfrm>
              <a:off x="925715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8" name="Connettore 1 187"/>
            <p:cNvCxnSpPr/>
            <p:nvPr userDrawn="1"/>
          </p:nvCxnSpPr>
          <p:spPr>
            <a:xfrm>
              <a:off x="940602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9" name="Connettore 1 188"/>
            <p:cNvCxnSpPr/>
            <p:nvPr userDrawn="1"/>
          </p:nvCxnSpPr>
          <p:spPr>
            <a:xfrm>
              <a:off x="955489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0" name="Connettore 1 189"/>
            <p:cNvCxnSpPr/>
            <p:nvPr userDrawn="1"/>
          </p:nvCxnSpPr>
          <p:spPr>
            <a:xfrm>
              <a:off x="970375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1" name="Connettore 1 190"/>
            <p:cNvCxnSpPr/>
            <p:nvPr userDrawn="1"/>
          </p:nvCxnSpPr>
          <p:spPr>
            <a:xfrm>
              <a:off x="985262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2" name="Connettore 1 191"/>
            <p:cNvCxnSpPr/>
            <p:nvPr userDrawn="1"/>
          </p:nvCxnSpPr>
          <p:spPr>
            <a:xfrm>
              <a:off x="1000149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3" name="Connettore 1 192"/>
            <p:cNvCxnSpPr/>
            <p:nvPr userDrawn="1"/>
          </p:nvCxnSpPr>
          <p:spPr>
            <a:xfrm>
              <a:off x="1015036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4" name="Connettore 1 193"/>
            <p:cNvCxnSpPr/>
            <p:nvPr userDrawn="1"/>
          </p:nvCxnSpPr>
          <p:spPr>
            <a:xfrm>
              <a:off x="1029922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5" name="Connettore 1 194"/>
            <p:cNvCxnSpPr/>
            <p:nvPr userDrawn="1"/>
          </p:nvCxnSpPr>
          <p:spPr>
            <a:xfrm>
              <a:off x="1044809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6" name="Connettore 1 195"/>
            <p:cNvCxnSpPr/>
            <p:nvPr userDrawn="1"/>
          </p:nvCxnSpPr>
          <p:spPr>
            <a:xfrm>
              <a:off x="1059696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7" name="Connettore 1 196"/>
            <p:cNvCxnSpPr/>
            <p:nvPr userDrawn="1"/>
          </p:nvCxnSpPr>
          <p:spPr>
            <a:xfrm>
              <a:off x="1074582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8" name="Connettore 1 197"/>
            <p:cNvCxnSpPr/>
            <p:nvPr userDrawn="1"/>
          </p:nvCxnSpPr>
          <p:spPr>
            <a:xfrm>
              <a:off x="1089469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9" name="Connettore 1 198"/>
            <p:cNvCxnSpPr/>
            <p:nvPr userDrawn="1"/>
          </p:nvCxnSpPr>
          <p:spPr>
            <a:xfrm>
              <a:off x="1104356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0" name="Connettore 1 199"/>
            <p:cNvCxnSpPr/>
            <p:nvPr userDrawn="1"/>
          </p:nvCxnSpPr>
          <p:spPr>
            <a:xfrm>
              <a:off x="1119242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1" name="Connettore 1 200"/>
            <p:cNvCxnSpPr/>
            <p:nvPr userDrawn="1"/>
          </p:nvCxnSpPr>
          <p:spPr>
            <a:xfrm>
              <a:off x="1134129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2" name="Connettore 1 201"/>
            <p:cNvCxnSpPr/>
            <p:nvPr userDrawn="1"/>
          </p:nvCxnSpPr>
          <p:spPr>
            <a:xfrm>
              <a:off x="1149016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3" name="Connettore 1 202"/>
            <p:cNvCxnSpPr/>
            <p:nvPr userDrawn="1"/>
          </p:nvCxnSpPr>
          <p:spPr>
            <a:xfrm>
              <a:off x="1163903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4" name="Connettore 1 203"/>
            <p:cNvCxnSpPr/>
            <p:nvPr userDrawn="1"/>
          </p:nvCxnSpPr>
          <p:spPr>
            <a:xfrm>
              <a:off x="1178789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5" name="Connettore 1 204"/>
            <p:cNvCxnSpPr/>
            <p:nvPr userDrawn="1"/>
          </p:nvCxnSpPr>
          <p:spPr>
            <a:xfrm>
              <a:off x="1193676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6" name="Connettore 1 205"/>
            <p:cNvCxnSpPr/>
            <p:nvPr userDrawn="1"/>
          </p:nvCxnSpPr>
          <p:spPr>
            <a:xfrm>
              <a:off x="1208563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7" name="Connettore 1 206"/>
            <p:cNvCxnSpPr/>
            <p:nvPr userDrawn="1"/>
          </p:nvCxnSpPr>
          <p:spPr>
            <a:xfrm>
              <a:off x="1223449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8" name="Connettore 1 207"/>
            <p:cNvCxnSpPr/>
            <p:nvPr userDrawn="1"/>
          </p:nvCxnSpPr>
          <p:spPr>
            <a:xfrm>
              <a:off x="1238336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9" name="Connettore 1 208"/>
            <p:cNvCxnSpPr/>
            <p:nvPr userDrawn="1"/>
          </p:nvCxnSpPr>
          <p:spPr>
            <a:xfrm>
              <a:off x="1253223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0" name="Connettore 1 209"/>
            <p:cNvCxnSpPr/>
            <p:nvPr userDrawn="1"/>
          </p:nvCxnSpPr>
          <p:spPr>
            <a:xfrm>
              <a:off x="1268109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1" name="Connettore 1 210"/>
            <p:cNvCxnSpPr/>
            <p:nvPr userDrawn="1"/>
          </p:nvCxnSpPr>
          <p:spPr>
            <a:xfrm>
              <a:off x="1282996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2" name="Connettore 1 211"/>
            <p:cNvCxnSpPr/>
            <p:nvPr userDrawn="1"/>
          </p:nvCxnSpPr>
          <p:spPr>
            <a:xfrm>
              <a:off x="1297883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3" name="Connettore 1 212"/>
            <p:cNvCxnSpPr/>
            <p:nvPr userDrawn="1"/>
          </p:nvCxnSpPr>
          <p:spPr>
            <a:xfrm>
              <a:off x="1312770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4" name="Connettore 1 213"/>
            <p:cNvCxnSpPr/>
            <p:nvPr userDrawn="1"/>
          </p:nvCxnSpPr>
          <p:spPr>
            <a:xfrm>
              <a:off x="1327656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5" name="Connettore 1 214"/>
            <p:cNvCxnSpPr/>
            <p:nvPr userDrawn="1"/>
          </p:nvCxnSpPr>
          <p:spPr>
            <a:xfrm>
              <a:off x="1342543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6" name="Connettore 1 215"/>
            <p:cNvCxnSpPr/>
            <p:nvPr userDrawn="1"/>
          </p:nvCxnSpPr>
          <p:spPr>
            <a:xfrm>
              <a:off x="1357430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7" name="Connettore 1 216"/>
            <p:cNvCxnSpPr/>
            <p:nvPr userDrawn="1"/>
          </p:nvCxnSpPr>
          <p:spPr>
            <a:xfrm>
              <a:off x="1372316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8" name="Connettore 1 217"/>
            <p:cNvCxnSpPr/>
            <p:nvPr userDrawn="1"/>
          </p:nvCxnSpPr>
          <p:spPr>
            <a:xfrm>
              <a:off x="1387203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9" name="Connettore 1 218"/>
            <p:cNvCxnSpPr/>
            <p:nvPr userDrawn="1"/>
          </p:nvCxnSpPr>
          <p:spPr>
            <a:xfrm>
              <a:off x="1402090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0" name="Connettore 1 219"/>
            <p:cNvCxnSpPr/>
            <p:nvPr userDrawn="1"/>
          </p:nvCxnSpPr>
          <p:spPr>
            <a:xfrm>
              <a:off x="1416976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1" name="Connettore 1 220"/>
            <p:cNvCxnSpPr/>
            <p:nvPr userDrawn="1"/>
          </p:nvCxnSpPr>
          <p:spPr>
            <a:xfrm>
              <a:off x="1431863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2" name="Connettore 1 221"/>
            <p:cNvCxnSpPr/>
            <p:nvPr userDrawn="1"/>
          </p:nvCxnSpPr>
          <p:spPr>
            <a:xfrm>
              <a:off x="1446750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3" name="Connettore 1 222"/>
            <p:cNvCxnSpPr/>
            <p:nvPr userDrawn="1"/>
          </p:nvCxnSpPr>
          <p:spPr>
            <a:xfrm>
              <a:off x="1461637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4" name="Connettore 1 223"/>
            <p:cNvCxnSpPr/>
            <p:nvPr userDrawn="1"/>
          </p:nvCxnSpPr>
          <p:spPr>
            <a:xfrm>
              <a:off x="1476523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5" name="Connettore 1 224"/>
            <p:cNvCxnSpPr/>
            <p:nvPr userDrawn="1"/>
          </p:nvCxnSpPr>
          <p:spPr>
            <a:xfrm>
              <a:off x="1491410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6" name="Connettore 1 225"/>
            <p:cNvCxnSpPr/>
            <p:nvPr userDrawn="1"/>
          </p:nvCxnSpPr>
          <p:spPr>
            <a:xfrm>
              <a:off x="1506297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7" name="Connettore 1 226"/>
            <p:cNvCxnSpPr/>
            <p:nvPr userDrawn="1"/>
          </p:nvCxnSpPr>
          <p:spPr>
            <a:xfrm>
              <a:off x="1521183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8" name="Connettore 1 227"/>
            <p:cNvCxnSpPr/>
            <p:nvPr userDrawn="1"/>
          </p:nvCxnSpPr>
          <p:spPr>
            <a:xfrm>
              <a:off x="1536070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9" name="Connettore 1 228"/>
            <p:cNvCxnSpPr/>
            <p:nvPr userDrawn="1"/>
          </p:nvCxnSpPr>
          <p:spPr>
            <a:xfrm>
              <a:off x="1550957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0" name="Connettore 1 229"/>
            <p:cNvCxnSpPr/>
            <p:nvPr userDrawn="1"/>
          </p:nvCxnSpPr>
          <p:spPr>
            <a:xfrm>
              <a:off x="1565843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1" name="Connettore 1 230"/>
            <p:cNvCxnSpPr/>
            <p:nvPr userDrawn="1"/>
          </p:nvCxnSpPr>
          <p:spPr>
            <a:xfrm>
              <a:off x="1580730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2" name="Connettore 1 231"/>
            <p:cNvCxnSpPr/>
            <p:nvPr userDrawn="1"/>
          </p:nvCxnSpPr>
          <p:spPr>
            <a:xfrm>
              <a:off x="1595617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3" name="Connettore 1 232"/>
            <p:cNvCxnSpPr/>
            <p:nvPr userDrawn="1"/>
          </p:nvCxnSpPr>
          <p:spPr>
            <a:xfrm>
              <a:off x="1610504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4" name="Connettore 1 233"/>
            <p:cNvCxnSpPr/>
            <p:nvPr userDrawn="1"/>
          </p:nvCxnSpPr>
          <p:spPr>
            <a:xfrm>
              <a:off x="1625390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5" name="Connettore 1 234"/>
            <p:cNvCxnSpPr/>
            <p:nvPr userDrawn="1"/>
          </p:nvCxnSpPr>
          <p:spPr>
            <a:xfrm>
              <a:off x="1640277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6" name="Connettore 1 235"/>
            <p:cNvCxnSpPr/>
            <p:nvPr userDrawn="1"/>
          </p:nvCxnSpPr>
          <p:spPr>
            <a:xfrm>
              <a:off x="1655164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7" name="Connettore 1 236"/>
            <p:cNvCxnSpPr/>
            <p:nvPr userDrawn="1"/>
          </p:nvCxnSpPr>
          <p:spPr>
            <a:xfrm>
              <a:off x="1670050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8" name="Connettore 1 237"/>
            <p:cNvCxnSpPr/>
            <p:nvPr userDrawn="1"/>
          </p:nvCxnSpPr>
          <p:spPr>
            <a:xfrm>
              <a:off x="1684937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9" name="Connettore 1 238"/>
            <p:cNvCxnSpPr/>
            <p:nvPr userDrawn="1"/>
          </p:nvCxnSpPr>
          <p:spPr>
            <a:xfrm>
              <a:off x="1699824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0" name="Connettore 1 239"/>
            <p:cNvCxnSpPr/>
            <p:nvPr userDrawn="1"/>
          </p:nvCxnSpPr>
          <p:spPr>
            <a:xfrm>
              <a:off x="1714710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1" name="Connettore 1 240"/>
            <p:cNvCxnSpPr/>
            <p:nvPr userDrawn="1"/>
          </p:nvCxnSpPr>
          <p:spPr>
            <a:xfrm>
              <a:off x="1729597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2" name="Connettore 1 241"/>
            <p:cNvCxnSpPr/>
            <p:nvPr userDrawn="1"/>
          </p:nvCxnSpPr>
          <p:spPr>
            <a:xfrm>
              <a:off x="1744484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3" name="Connettore 1 242"/>
            <p:cNvCxnSpPr/>
            <p:nvPr userDrawn="1"/>
          </p:nvCxnSpPr>
          <p:spPr>
            <a:xfrm>
              <a:off x="1759371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4" name="Connettore 1 243"/>
            <p:cNvCxnSpPr/>
            <p:nvPr userDrawn="1"/>
          </p:nvCxnSpPr>
          <p:spPr>
            <a:xfrm>
              <a:off x="1774257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5" name="Connettore 1 244"/>
            <p:cNvCxnSpPr/>
            <p:nvPr userDrawn="1"/>
          </p:nvCxnSpPr>
          <p:spPr>
            <a:xfrm>
              <a:off x="1789144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6" name="Connettore 1 245"/>
            <p:cNvCxnSpPr/>
            <p:nvPr userDrawn="1"/>
          </p:nvCxnSpPr>
          <p:spPr>
            <a:xfrm>
              <a:off x="1804031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7" name="Connettore 1 246"/>
            <p:cNvCxnSpPr/>
            <p:nvPr userDrawn="1"/>
          </p:nvCxnSpPr>
          <p:spPr>
            <a:xfrm>
              <a:off x="1818917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8" name="Connettore 1 247"/>
            <p:cNvCxnSpPr/>
            <p:nvPr userDrawn="1"/>
          </p:nvCxnSpPr>
          <p:spPr>
            <a:xfrm>
              <a:off x="1833804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9" name="Connettore 1 248"/>
            <p:cNvCxnSpPr/>
            <p:nvPr userDrawn="1"/>
          </p:nvCxnSpPr>
          <p:spPr>
            <a:xfrm>
              <a:off x="1848691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0" name="Connettore 1 249"/>
            <p:cNvCxnSpPr/>
            <p:nvPr userDrawn="1"/>
          </p:nvCxnSpPr>
          <p:spPr>
            <a:xfrm>
              <a:off x="1863577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1" name="Connettore 1 250"/>
            <p:cNvCxnSpPr/>
            <p:nvPr userDrawn="1"/>
          </p:nvCxnSpPr>
          <p:spPr>
            <a:xfrm>
              <a:off x="1878464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2" name="Connettore 1 251"/>
            <p:cNvCxnSpPr/>
            <p:nvPr userDrawn="1"/>
          </p:nvCxnSpPr>
          <p:spPr>
            <a:xfrm>
              <a:off x="1893346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grpSp>
      <p:pic>
        <p:nvPicPr>
          <p:cNvPr id="254" name="Picture 2" descr="Y:\IMMAGINE _COORDINATA_2014\PPT\modello1\loghi_PNG\03_Polimi_logotipo_bandiera-1riga.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094898" y="6346378"/>
            <a:ext cx="2780124" cy="289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8886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13/11/2024</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1961922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13/11/2024</a:t>
            </a:fld>
            <a:endParaRPr lang="it-IT"/>
          </a:p>
        </p:txBody>
      </p:sp>
      <p:sp>
        <p:nvSpPr>
          <p:cNvPr id="6" name="Segnaposto piè di pagina 5"/>
          <p:cNvSpPr>
            <a:spLocks noGrp="1"/>
          </p:cNvSpPr>
          <p:nvPr>
            <p:ph type="ftr" sz="quarter" idx="11"/>
          </p:nvPr>
        </p:nvSpPr>
        <p:spPr>
          <a:xfrm>
            <a:off x="3124200" y="6356350"/>
            <a:ext cx="2895600" cy="365125"/>
          </a:xfrm>
          <a:prstGeom prst="rect">
            <a:avLst/>
          </a:prstGeom>
        </p:spPr>
        <p:txBody>
          <a:bodyPr/>
          <a:lstStyle/>
          <a:p>
            <a:endParaRPr lang="it-IT"/>
          </a:p>
        </p:txBody>
      </p:sp>
      <p:sp>
        <p:nvSpPr>
          <p:cNvPr id="7" name="Segnaposto numero diapositiva 6"/>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2306006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13/11/2024</a:t>
            </a:fld>
            <a:endParaRPr lang="it-IT"/>
          </a:p>
        </p:txBody>
      </p:sp>
      <p:sp>
        <p:nvSpPr>
          <p:cNvPr id="8" name="Segnaposto piè di pagina 7"/>
          <p:cNvSpPr>
            <a:spLocks noGrp="1"/>
          </p:cNvSpPr>
          <p:nvPr>
            <p:ph type="ftr" sz="quarter" idx="11"/>
          </p:nvPr>
        </p:nvSpPr>
        <p:spPr>
          <a:xfrm>
            <a:off x="3124200" y="6356350"/>
            <a:ext cx="2895600" cy="365125"/>
          </a:xfrm>
          <a:prstGeom prst="rect">
            <a:avLst/>
          </a:prstGeom>
        </p:spPr>
        <p:txBody>
          <a:bodyPr/>
          <a:lstStyle/>
          <a:p>
            <a:endParaRPr lang="it-IT"/>
          </a:p>
        </p:txBody>
      </p:sp>
      <p:sp>
        <p:nvSpPr>
          <p:cNvPr id="9" name="Segnaposto numero diapositiva 8"/>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840953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2"/>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13/11/2024</a:t>
            </a:fld>
            <a:endParaRPr lang="it-IT"/>
          </a:p>
        </p:txBody>
      </p:sp>
      <p:sp>
        <p:nvSpPr>
          <p:cNvPr id="4" name="Segnaposto piè di pagina 3"/>
          <p:cNvSpPr>
            <a:spLocks noGrp="1"/>
          </p:cNvSpPr>
          <p:nvPr>
            <p:ph type="ftr" sz="quarter" idx="11"/>
          </p:nvPr>
        </p:nvSpPr>
        <p:spPr>
          <a:xfrm>
            <a:off x="3124200" y="6356350"/>
            <a:ext cx="2895600" cy="365125"/>
          </a:xfrm>
          <a:prstGeom prst="rect">
            <a:avLst/>
          </a:prstGeom>
        </p:spPr>
        <p:txBody>
          <a:bodyPr/>
          <a:lstStyle/>
          <a:p>
            <a:endParaRPr lang="it-IT"/>
          </a:p>
        </p:txBody>
      </p:sp>
      <p:sp>
        <p:nvSpPr>
          <p:cNvPr id="5" name="Segnaposto numero diapositiva 4"/>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3478442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Segnaposto data 1"/>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13/11/2024</a:t>
            </a:fld>
            <a:endParaRPr lang="it-IT"/>
          </a:p>
        </p:txBody>
      </p:sp>
      <p:sp>
        <p:nvSpPr>
          <p:cNvPr id="3" name="Segnaposto piè di pagina 2"/>
          <p:cNvSpPr>
            <a:spLocks noGrp="1"/>
          </p:cNvSpPr>
          <p:nvPr>
            <p:ph type="ftr" sz="quarter" idx="11"/>
          </p:nvPr>
        </p:nvSpPr>
        <p:spPr>
          <a:xfrm>
            <a:off x="3124200" y="6356350"/>
            <a:ext cx="2895600" cy="365125"/>
          </a:xfrm>
          <a:prstGeom prst="rect">
            <a:avLst/>
          </a:prstGeom>
        </p:spPr>
        <p:txBody>
          <a:bodyPr/>
          <a:lstStyle/>
          <a:p>
            <a:endParaRPr lang="it-IT"/>
          </a:p>
        </p:txBody>
      </p:sp>
      <p:sp>
        <p:nvSpPr>
          <p:cNvPr id="4" name="Segnaposto numero diapositiva 3"/>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1925977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data 4"/>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13/11/2024</a:t>
            </a:fld>
            <a:endParaRPr lang="it-IT"/>
          </a:p>
        </p:txBody>
      </p:sp>
      <p:sp>
        <p:nvSpPr>
          <p:cNvPr id="6" name="Segnaposto piè di pagina 5"/>
          <p:cNvSpPr>
            <a:spLocks noGrp="1"/>
          </p:cNvSpPr>
          <p:nvPr>
            <p:ph type="ftr" sz="quarter" idx="11"/>
          </p:nvPr>
        </p:nvSpPr>
        <p:spPr>
          <a:xfrm>
            <a:off x="3124200" y="6356350"/>
            <a:ext cx="2895600" cy="365125"/>
          </a:xfrm>
          <a:prstGeom prst="rect">
            <a:avLst/>
          </a:prstGeom>
        </p:spPr>
        <p:txBody>
          <a:bodyPr/>
          <a:lstStyle/>
          <a:p>
            <a:endParaRPr lang="it-IT"/>
          </a:p>
        </p:txBody>
      </p:sp>
      <p:sp>
        <p:nvSpPr>
          <p:cNvPr id="7" name="Segnaposto numero diapositiva 6"/>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3867585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data 4"/>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13/11/2024</a:t>
            </a:fld>
            <a:endParaRPr lang="it-IT"/>
          </a:p>
        </p:txBody>
      </p:sp>
      <p:sp>
        <p:nvSpPr>
          <p:cNvPr id="6" name="Segnaposto piè di pagina 5"/>
          <p:cNvSpPr>
            <a:spLocks noGrp="1"/>
          </p:cNvSpPr>
          <p:nvPr>
            <p:ph type="ftr" sz="quarter" idx="11"/>
          </p:nvPr>
        </p:nvSpPr>
        <p:spPr>
          <a:xfrm>
            <a:off x="3124200" y="6356350"/>
            <a:ext cx="2895600" cy="365125"/>
          </a:xfrm>
          <a:prstGeom prst="rect">
            <a:avLst/>
          </a:prstGeom>
        </p:spPr>
        <p:txBody>
          <a:bodyPr/>
          <a:lstStyle/>
          <a:p>
            <a:endParaRPr lang="it-IT"/>
          </a:p>
        </p:txBody>
      </p:sp>
      <p:sp>
        <p:nvSpPr>
          <p:cNvPr id="7" name="Segnaposto numero diapositiva 6"/>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2548063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13/11/2024</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1191555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13/11/2024</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283366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iapositiva tito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6091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Diapositiva tito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80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288521" y="139166"/>
            <a:ext cx="8581043" cy="840400"/>
          </a:xfrm>
          <a:prstGeom prst="rect">
            <a:avLst/>
          </a:prstGeom>
        </p:spPr>
        <p:txBody>
          <a:bodyPr vert="horz" lIns="91440" tIns="45720" rIns="91440" bIns="45720" rtlCol="0" anchor="t" anchorCtr="0">
            <a:normAutofit/>
          </a:bodyPr>
          <a:lstStyle/>
          <a:p>
            <a:r>
              <a:rPr lang="it-IT" dirty="0"/>
              <a:t>Fare clic per modificare stile</a:t>
            </a:r>
          </a:p>
        </p:txBody>
      </p:sp>
      <p:sp>
        <p:nvSpPr>
          <p:cNvPr id="3" name="Segnaposto testo 2"/>
          <p:cNvSpPr>
            <a:spLocks noGrp="1"/>
          </p:cNvSpPr>
          <p:nvPr>
            <p:ph type="body" idx="1"/>
          </p:nvPr>
        </p:nvSpPr>
        <p:spPr>
          <a:xfrm>
            <a:off x="457200" y="1600200"/>
            <a:ext cx="8143452" cy="4525963"/>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1119611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marL="0" indent="0" algn="l" defTabSz="457200" rtl="0" eaLnBrk="1" latinLnBrk="0" hangingPunct="1">
        <a:spcBef>
          <a:spcPct val="0"/>
        </a:spcBef>
        <a:buNone/>
        <a:defRPr sz="2200" b="1" kern="1200">
          <a:solidFill>
            <a:schemeClr val="bg1"/>
          </a:solidFill>
          <a:latin typeface="Arial"/>
          <a:ea typeface="+mj-ea"/>
          <a:cs typeface="Arial"/>
        </a:defRPr>
      </a:lvl1pPr>
    </p:titleStyle>
    <p:bodyStyle>
      <a:lvl1pPr marL="0" indent="0" algn="l" defTabSz="457200" rtl="0" eaLnBrk="1" latinLnBrk="0" hangingPunct="1">
        <a:spcBef>
          <a:spcPct val="20000"/>
        </a:spcBef>
        <a:buFont typeface="Wingdings" charset="2"/>
        <a:buNone/>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2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22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22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2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esdac.jrc.ec.europa.eu/content/lucas-2018-topsoil-data" TargetMode="External"/><Relationship Id="rId2" Type="http://schemas.openxmlformats.org/officeDocument/2006/relationships/image" Target="../media/image5.jpg"/><Relationship Id="rId1" Type="http://schemas.openxmlformats.org/officeDocument/2006/relationships/slideLayout" Target="../slideLayouts/slideLayout12.xml"/><Relationship Id="rId5" Type="http://schemas.openxmlformats.org/officeDocument/2006/relationships/hyperlink" Target="https://esdac.jrc.ec.europa.eu/content/lucas2015-topsoil-data" TargetMode="Externa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7598" b="14682"/>
          <a:stretch/>
        </p:blipFill>
        <p:spPr bwMode="auto">
          <a:xfrm>
            <a:off x="0" y="0"/>
            <a:ext cx="9144000" cy="414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olo 4"/>
          <p:cNvSpPr>
            <a:spLocks noGrp="1"/>
          </p:cNvSpPr>
          <p:nvPr>
            <p:ph type="ctrTitle" idx="4294967295"/>
          </p:nvPr>
        </p:nvSpPr>
        <p:spPr>
          <a:xfrm>
            <a:off x="641534" y="4149725"/>
            <a:ext cx="7772400" cy="968375"/>
          </a:xfrm>
        </p:spPr>
        <p:txBody>
          <a:bodyPr>
            <a:noAutofit/>
          </a:bodyPr>
          <a:lstStyle/>
          <a:p>
            <a:pPr algn="ctr"/>
            <a:r>
              <a:rPr lang="it-IT" sz="2800" dirty="0"/>
              <a:t>Titolo presentazione</a:t>
            </a:r>
            <a:br>
              <a:rPr lang="it-IT" sz="2800" dirty="0"/>
            </a:br>
            <a:r>
              <a:rPr lang="it-IT" sz="2800" dirty="0"/>
              <a:t>sottotitolo</a:t>
            </a:r>
          </a:p>
        </p:txBody>
      </p:sp>
      <p:sp>
        <p:nvSpPr>
          <p:cNvPr id="11" name="Sottotitolo 10"/>
          <p:cNvSpPr>
            <a:spLocks noGrp="1"/>
          </p:cNvSpPr>
          <p:nvPr>
            <p:ph type="subTitle" idx="4294967295"/>
          </p:nvPr>
        </p:nvSpPr>
        <p:spPr>
          <a:xfrm>
            <a:off x="641534" y="5118100"/>
            <a:ext cx="7772400" cy="1333500"/>
          </a:xfrm>
        </p:spPr>
        <p:txBody>
          <a:bodyPr>
            <a:normAutofit/>
          </a:bodyPr>
          <a:lstStyle/>
          <a:p>
            <a:pPr algn="ctr"/>
            <a:r>
              <a:rPr lang="it-IT" b="1" dirty="0">
                <a:solidFill>
                  <a:schemeClr val="bg1"/>
                </a:solidFill>
              </a:rPr>
              <a:t>Milano, XX mese 20XX</a:t>
            </a:r>
          </a:p>
          <a:p>
            <a:endParaRPr lang="it-IT" dirty="0"/>
          </a:p>
        </p:txBody>
      </p:sp>
      <p:pic>
        <p:nvPicPr>
          <p:cNvPr id="1028" name="Picture 4" descr="Y:\IMMAGINE _COORDINATA_2014\LOGO_UFFICIALE\01_Polimi_centrato\eps\01_Polimi_centrato_COL_negativ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4725" y="1996654"/>
            <a:ext cx="2133600" cy="1573118"/>
          </a:xfrm>
          <a:prstGeom prst="rect">
            <a:avLst/>
          </a:prstGeom>
          <a:noFill/>
          <a:extLst>
            <a:ext uri="{909E8E84-426E-40DD-AFC4-6F175D3DCCD1}">
              <a14:hiddenFill xmlns:a14="http://schemas.microsoft.com/office/drawing/2010/main">
                <a:solidFill>
                  <a:srgbClr val="FFFFFF"/>
                </a:solidFill>
              </a14:hiddenFill>
            </a:ext>
          </a:extLst>
        </p:spPr>
      </p:pic>
      <p:sp>
        <p:nvSpPr>
          <p:cNvPr id="9" name="Rettangolo 8"/>
          <p:cNvSpPr/>
          <p:nvPr/>
        </p:nvSpPr>
        <p:spPr>
          <a:xfrm>
            <a:off x="0" y="3832224"/>
            <a:ext cx="9144000" cy="3025776"/>
          </a:xfrm>
          <a:prstGeom prst="rect">
            <a:avLst/>
          </a:prstGeom>
          <a:solidFill>
            <a:srgbClr val="728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grpSp>
        <p:nvGrpSpPr>
          <p:cNvPr id="10" name="Gruppo 9"/>
          <p:cNvGrpSpPr/>
          <p:nvPr/>
        </p:nvGrpSpPr>
        <p:grpSpPr>
          <a:xfrm>
            <a:off x="48007" y="3816351"/>
            <a:ext cx="9036647" cy="180000"/>
            <a:chOff x="1218340" y="275867"/>
            <a:chExt cx="17715122" cy="567843"/>
          </a:xfrm>
        </p:grpSpPr>
        <p:cxnSp>
          <p:nvCxnSpPr>
            <p:cNvPr id="12" name="Connettore 1 11"/>
            <p:cNvCxnSpPr/>
            <p:nvPr userDrawn="1"/>
          </p:nvCxnSpPr>
          <p:spPr>
            <a:xfrm>
              <a:off x="121834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 name="Connettore 1 12"/>
            <p:cNvCxnSpPr/>
            <p:nvPr userDrawn="1"/>
          </p:nvCxnSpPr>
          <p:spPr>
            <a:xfrm>
              <a:off x="136720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 name="Connettore 1 13"/>
            <p:cNvCxnSpPr/>
            <p:nvPr userDrawn="1"/>
          </p:nvCxnSpPr>
          <p:spPr>
            <a:xfrm>
              <a:off x="151607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 name="Connettore 1 14"/>
            <p:cNvCxnSpPr/>
            <p:nvPr userDrawn="1"/>
          </p:nvCxnSpPr>
          <p:spPr>
            <a:xfrm>
              <a:off x="166494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 name="Connettore 1 15"/>
            <p:cNvCxnSpPr/>
            <p:nvPr userDrawn="1"/>
          </p:nvCxnSpPr>
          <p:spPr>
            <a:xfrm>
              <a:off x="181380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ttore 1 16"/>
            <p:cNvCxnSpPr/>
            <p:nvPr userDrawn="1"/>
          </p:nvCxnSpPr>
          <p:spPr>
            <a:xfrm>
              <a:off x="196267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 name="Connettore 1 17"/>
            <p:cNvCxnSpPr/>
            <p:nvPr userDrawn="1"/>
          </p:nvCxnSpPr>
          <p:spPr>
            <a:xfrm>
              <a:off x="211154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 name="Connettore 1 18"/>
            <p:cNvCxnSpPr/>
            <p:nvPr userDrawn="1"/>
          </p:nvCxnSpPr>
          <p:spPr>
            <a:xfrm>
              <a:off x="226040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ttore 1 19"/>
            <p:cNvCxnSpPr/>
            <p:nvPr userDrawn="1"/>
          </p:nvCxnSpPr>
          <p:spPr>
            <a:xfrm>
              <a:off x="240927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 name="Connettore 1 20"/>
            <p:cNvCxnSpPr/>
            <p:nvPr userDrawn="1"/>
          </p:nvCxnSpPr>
          <p:spPr>
            <a:xfrm>
              <a:off x="255814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 name="Connettore 1 21"/>
            <p:cNvCxnSpPr/>
            <p:nvPr userDrawn="1"/>
          </p:nvCxnSpPr>
          <p:spPr>
            <a:xfrm>
              <a:off x="270701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 name="Connettore 1 22"/>
            <p:cNvCxnSpPr/>
            <p:nvPr userDrawn="1"/>
          </p:nvCxnSpPr>
          <p:spPr>
            <a:xfrm>
              <a:off x="285587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 name="Connettore 1 23"/>
            <p:cNvCxnSpPr/>
            <p:nvPr userDrawn="1"/>
          </p:nvCxnSpPr>
          <p:spPr>
            <a:xfrm>
              <a:off x="300474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Connettore 1 24"/>
            <p:cNvCxnSpPr/>
            <p:nvPr userDrawn="1"/>
          </p:nvCxnSpPr>
          <p:spPr>
            <a:xfrm>
              <a:off x="315361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Connettore 1 25"/>
            <p:cNvCxnSpPr/>
            <p:nvPr userDrawn="1"/>
          </p:nvCxnSpPr>
          <p:spPr>
            <a:xfrm>
              <a:off x="330247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Connettore 1 26"/>
            <p:cNvCxnSpPr/>
            <p:nvPr userDrawn="1"/>
          </p:nvCxnSpPr>
          <p:spPr>
            <a:xfrm>
              <a:off x="345134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Connettore 1 27"/>
            <p:cNvCxnSpPr/>
            <p:nvPr userDrawn="1"/>
          </p:nvCxnSpPr>
          <p:spPr>
            <a:xfrm>
              <a:off x="360021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9" name="Connettore 1 28"/>
            <p:cNvCxnSpPr/>
            <p:nvPr userDrawn="1"/>
          </p:nvCxnSpPr>
          <p:spPr>
            <a:xfrm>
              <a:off x="374907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0" name="Connettore 1 29"/>
            <p:cNvCxnSpPr/>
            <p:nvPr userDrawn="1"/>
          </p:nvCxnSpPr>
          <p:spPr>
            <a:xfrm>
              <a:off x="389794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1" name="Connettore 1 30"/>
            <p:cNvCxnSpPr/>
            <p:nvPr userDrawn="1"/>
          </p:nvCxnSpPr>
          <p:spPr>
            <a:xfrm>
              <a:off x="404681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2" name="Connettore 1 31"/>
            <p:cNvCxnSpPr/>
            <p:nvPr userDrawn="1"/>
          </p:nvCxnSpPr>
          <p:spPr>
            <a:xfrm>
              <a:off x="419568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3" name="Connettore 1 32"/>
            <p:cNvCxnSpPr/>
            <p:nvPr userDrawn="1"/>
          </p:nvCxnSpPr>
          <p:spPr>
            <a:xfrm>
              <a:off x="434454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Connettore 1 33"/>
            <p:cNvCxnSpPr/>
            <p:nvPr userDrawn="1"/>
          </p:nvCxnSpPr>
          <p:spPr>
            <a:xfrm>
              <a:off x="449341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Connettore 1 34"/>
            <p:cNvCxnSpPr/>
            <p:nvPr userDrawn="1"/>
          </p:nvCxnSpPr>
          <p:spPr>
            <a:xfrm>
              <a:off x="464228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Connettore 1 35"/>
            <p:cNvCxnSpPr/>
            <p:nvPr userDrawn="1"/>
          </p:nvCxnSpPr>
          <p:spPr>
            <a:xfrm>
              <a:off x="479114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Connettore 1 36"/>
            <p:cNvCxnSpPr/>
            <p:nvPr userDrawn="1"/>
          </p:nvCxnSpPr>
          <p:spPr>
            <a:xfrm>
              <a:off x="494001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 name="Connettore 1 37"/>
            <p:cNvCxnSpPr/>
            <p:nvPr userDrawn="1"/>
          </p:nvCxnSpPr>
          <p:spPr>
            <a:xfrm>
              <a:off x="508888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9" name="Connettore 1 38"/>
            <p:cNvCxnSpPr/>
            <p:nvPr userDrawn="1"/>
          </p:nvCxnSpPr>
          <p:spPr>
            <a:xfrm>
              <a:off x="523774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0" name="Connettore 1 39"/>
            <p:cNvCxnSpPr/>
            <p:nvPr userDrawn="1"/>
          </p:nvCxnSpPr>
          <p:spPr>
            <a:xfrm>
              <a:off x="538661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1" name="Connettore 1 40"/>
            <p:cNvCxnSpPr/>
            <p:nvPr userDrawn="1"/>
          </p:nvCxnSpPr>
          <p:spPr>
            <a:xfrm>
              <a:off x="553548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2" name="Connettore 1 41"/>
            <p:cNvCxnSpPr/>
            <p:nvPr userDrawn="1"/>
          </p:nvCxnSpPr>
          <p:spPr>
            <a:xfrm>
              <a:off x="568435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3" name="Connettore 1 42"/>
            <p:cNvCxnSpPr/>
            <p:nvPr userDrawn="1"/>
          </p:nvCxnSpPr>
          <p:spPr>
            <a:xfrm>
              <a:off x="583321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 name="Connettore 1 43"/>
            <p:cNvCxnSpPr/>
            <p:nvPr userDrawn="1"/>
          </p:nvCxnSpPr>
          <p:spPr>
            <a:xfrm>
              <a:off x="598208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5" name="Connettore 1 44"/>
            <p:cNvCxnSpPr/>
            <p:nvPr userDrawn="1"/>
          </p:nvCxnSpPr>
          <p:spPr>
            <a:xfrm>
              <a:off x="613095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6" name="Connettore 1 45"/>
            <p:cNvCxnSpPr/>
            <p:nvPr userDrawn="1"/>
          </p:nvCxnSpPr>
          <p:spPr>
            <a:xfrm>
              <a:off x="627981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7" name="Connettore 1 46"/>
            <p:cNvCxnSpPr/>
            <p:nvPr userDrawn="1"/>
          </p:nvCxnSpPr>
          <p:spPr>
            <a:xfrm>
              <a:off x="642868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8" name="Connettore 1 47"/>
            <p:cNvCxnSpPr/>
            <p:nvPr userDrawn="1"/>
          </p:nvCxnSpPr>
          <p:spPr>
            <a:xfrm>
              <a:off x="657755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9" name="Connettore 1 48"/>
            <p:cNvCxnSpPr/>
            <p:nvPr userDrawn="1"/>
          </p:nvCxnSpPr>
          <p:spPr>
            <a:xfrm>
              <a:off x="672641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0" name="Connettore 1 49"/>
            <p:cNvCxnSpPr/>
            <p:nvPr userDrawn="1"/>
          </p:nvCxnSpPr>
          <p:spPr>
            <a:xfrm>
              <a:off x="687528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1" name="Connettore 1 50"/>
            <p:cNvCxnSpPr/>
            <p:nvPr userDrawn="1"/>
          </p:nvCxnSpPr>
          <p:spPr>
            <a:xfrm>
              <a:off x="702415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2" name="Connettore 1 51"/>
            <p:cNvCxnSpPr/>
            <p:nvPr userDrawn="1"/>
          </p:nvCxnSpPr>
          <p:spPr>
            <a:xfrm>
              <a:off x="717302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3" name="Connettore 1 52"/>
            <p:cNvCxnSpPr/>
            <p:nvPr userDrawn="1"/>
          </p:nvCxnSpPr>
          <p:spPr>
            <a:xfrm>
              <a:off x="732188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4" name="Connettore 1 53"/>
            <p:cNvCxnSpPr/>
            <p:nvPr userDrawn="1"/>
          </p:nvCxnSpPr>
          <p:spPr>
            <a:xfrm>
              <a:off x="747075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5" name="Connettore 1 54"/>
            <p:cNvCxnSpPr/>
            <p:nvPr userDrawn="1"/>
          </p:nvCxnSpPr>
          <p:spPr>
            <a:xfrm>
              <a:off x="761962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6" name="Connettore 1 55"/>
            <p:cNvCxnSpPr/>
            <p:nvPr userDrawn="1"/>
          </p:nvCxnSpPr>
          <p:spPr>
            <a:xfrm>
              <a:off x="776848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7" name="Connettore 1 56"/>
            <p:cNvCxnSpPr/>
            <p:nvPr userDrawn="1"/>
          </p:nvCxnSpPr>
          <p:spPr>
            <a:xfrm>
              <a:off x="791735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8" name="Connettore 1 57"/>
            <p:cNvCxnSpPr/>
            <p:nvPr userDrawn="1"/>
          </p:nvCxnSpPr>
          <p:spPr>
            <a:xfrm>
              <a:off x="806622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9" name="Connettore 1 58"/>
            <p:cNvCxnSpPr/>
            <p:nvPr userDrawn="1"/>
          </p:nvCxnSpPr>
          <p:spPr>
            <a:xfrm>
              <a:off x="821508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0" name="Connettore 1 59"/>
            <p:cNvCxnSpPr/>
            <p:nvPr userDrawn="1"/>
          </p:nvCxnSpPr>
          <p:spPr>
            <a:xfrm>
              <a:off x="836395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1" name="Connettore 1 60"/>
            <p:cNvCxnSpPr/>
            <p:nvPr userDrawn="1"/>
          </p:nvCxnSpPr>
          <p:spPr>
            <a:xfrm>
              <a:off x="851282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2" name="Connettore 1 61"/>
            <p:cNvCxnSpPr/>
            <p:nvPr userDrawn="1"/>
          </p:nvCxnSpPr>
          <p:spPr>
            <a:xfrm>
              <a:off x="866169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3" name="Connettore 1 62"/>
            <p:cNvCxnSpPr/>
            <p:nvPr userDrawn="1"/>
          </p:nvCxnSpPr>
          <p:spPr>
            <a:xfrm>
              <a:off x="881055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4" name="Connettore 1 63"/>
            <p:cNvCxnSpPr/>
            <p:nvPr userDrawn="1"/>
          </p:nvCxnSpPr>
          <p:spPr>
            <a:xfrm>
              <a:off x="895942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5" name="Connettore 1 64"/>
            <p:cNvCxnSpPr/>
            <p:nvPr userDrawn="1"/>
          </p:nvCxnSpPr>
          <p:spPr>
            <a:xfrm>
              <a:off x="910829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6" name="Connettore 1 65"/>
            <p:cNvCxnSpPr/>
            <p:nvPr userDrawn="1"/>
          </p:nvCxnSpPr>
          <p:spPr>
            <a:xfrm>
              <a:off x="925715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7" name="Connettore 1 66"/>
            <p:cNvCxnSpPr/>
            <p:nvPr userDrawn="1"/>
          </p:nvCxnSpPr>
          <p:spPr>
            <a:xfrm>
              <a:off x="940602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8" name="Connettore 1 67"/>
            <p:cNvCxnSpPr/>
            <p:nvPr userDrawn="1"/>
          </p:nvCxnSpPr>
          <p:spPr>
            <a:xfrm>
              <a:off x="955489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9" name="Connettore 1 68"/>
            <p:cNvCxnSpPr/>
            <p:nvPr userDrawn="1"/>
          </p:nvCxnSpPr>
          <p:spPr>
            <a:xfrm>
              <a:off x="970375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0" name="Connettore 1 69"/>
            <p:cNvCxnSpPr/>
            <p:nvPr userDrawn="1"/>
          </p:nvCxnSpPr>
          <p:spPr>
            <a:xfrm>
              <a:off x="985262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1" name="Connettore 1 70"/>
            <p:cNvCxnSpPr/>
            <p:nvPr userDrawn="1"/>
          </p:nvCxnSpPr>
          <p:spPr>
            <a:xfrm>
              <a:off x="1000149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2" name="Connettore 1 71"/>
            <p:cNvCxnSpPr/>
            <p:nvPr userDrawn="1"/>
          </p:nvCxnSpPr>
          <p:spPr>
            <a:xfrm>
              <a:off x="1015036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3" name="Connettore 1 72"/>
            <p:cNvCxnSpPr/>
            <p:nvPr userDrawn="1"/>
          </p:nvCxnSpPr>
          <p:spPr>
            <a:xfrm>
              <a:off x="1029922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4" name="Connettore 1 73"/>
            <p:cNvCxnSpPr/>
            <p:nvPr userDrawn="1"/>
          </p:nvCxnSpPr>
          <p:spPr>
            <a:xfrm>
              <a:off x="1044809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5" name="Connettore 1 74"/>
            <p:cNvCxnSpPr/>
            <p:nvPr userDrawn="1"/>
          </p:nvCxnSpPr>
          <p:spPr>
            <a:xfrm>
              <a:off x="1059696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6" name="Connettore 1 75"/>
            <p:cNvCxnSpPr/>
            <p:nvPr userDrawn="1"/>
          </p:nvCxnSpPr>
          <p:spPr>
            <a:xfrm>
              <a:off x="1074582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7" name="Connettore 1 76"/>
            <p:cNvCxnSpPr/>
            <p:nvPr userDrawn="1"/>
          </p:nvCxnSpPr>
          <p:spPr>
            <a:xfrm>
              <a:off x="1089469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8" name="Connettore 1 77"/>
            <p:cNvCxnSpPr/>
            <p:nvPr userDrawn="1"/>
          </p:nvCxnSpPr>
          <p:spPr>
            <a:xfrm>
              <a:off x="1104356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9" name="Connettore 1 78"/>
            <p:cNvCxnSpPr/>
            <p:nvPr userDrawn="1"/>
          </p:nvCxnSpPr>
          <p:spPr>
            <a:xfrm>
              <a:off x="1119242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0" name="Connettore 1 79"/>
            <p:cNvCxnSpPr/>
            <p:nvPr userDrawn="1"/>
          </p:nvCxnSpPr>
          <p:spPr>
            <a:xfrm>
              <a:off x="1134129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1" name="Connettore 1 80"/>
            <p:cNvCxnSpPr/>
            <p:nvPr userDrawn="1"/>
          </p:nvCxnSpPr>
          <p:spPr>
            <a:xfrm>
              <a:off x="1149016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2" name="Connettore 1 81"/>
            <p:cNvCxnSpPr/>
            <p:nvPr userDrawn="1"/>
          </p:nvCxnSpPr>
          <p:spPr>
            <a:xfrm>
              <a:off x="1163903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3" name="Connettore 1 82"/>
            <p:cNvCxnSpPr/>
            <p:nvPr userDrawn="1"/>
          </p:nvCxnSpPr>
          <p:spPr>
            <a:xfrm>
              <a:off x="1178789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4" name="Connettore 1 83"/>
            <p:cNvCxnSpPr/>
            <p:nvPr userDrawn="1"/>
          </p:nvCxnSpPr>
          <p:spPr>
            <a:xfrm>
              <a:off x="1193676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5" name="Connettore 1 84"/>
            <p:cNvCxnSpPr/>
            <p:nvPr userDrawn="1"/>
          </p:nvCxnSpPr>
          <p:spPr>
            <a:xfrm>
              <a:off x="1208563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6" name="Connettore 1 85"/>
            <p:cNvCxnSpPr/>
            <p:nvPr userDrawn="1"/>
          </p:nvCxnSpPr>
          <p:spPr>
            <a:xfrm>
              <a:off x="1223449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7" name="Connettore 1 86"/>
            <p:cNvCxnSpPr/>
            <p:nvPr userDrawn="1"/>
          </p:nvCxnSpPr>
          <p:spPr>
            <a:xfrm>
              <a:off x="1238336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8" name="Connettore 1 87"/>
            <p:cNvCxnSpPr/>
            <p:nvPr userDrawn="1"/>
          </p:nvCxnSpPr>
          <p:spPr>
            <a:xfrm>
              <a:off x="1253223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9" name="Connettore 1 88"/>
            <p:cNvCxnSpPr/>
            <p:nvPr userDrawn="1"/>
          </p:nvCxnSpPr>
          <p:spPr>
            <a:xfrm>
              <a:off x="1268109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0" name="Connettore 1 89"/>
            <p:cNvCxnSpPr/>
            <p:nvPr userDrawn="1"/>
          </p:nvCxnSpPr>
          <p:spPr>
            <a:xfrm>
              <a:off x="1282996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1" name="Connettore 1 90"/>
            <p:cNvCxnSpPr/>
            <p:nvPr userDrawn="1"/>
          </p:nvCxnSpPr>
          <p:spPr>
            <a:xfrm>
              <a:off x="1297883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2" name="Connettore 1 91"/>
            <p:cNvCxnSpPr/>
            <p:nvPr userDrawn="1"/>
          </p:nvCxnSpPr>
          <p:spPr>
            <a:xfrm>
              <a:off x="1312770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3" name="Connettore 1 92"/>
            <p:cNvCxnSpPr/>
            <p:nvPr userDrawn="1"/>
          </p:nvCxnSpPr>
          <p:spPr>
            <a:xfrm>
              <a:off x="1327656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4" name="Connettore 1 93"/>
            <p:cNvCxnSpPr/>
            <p:nvPr userDrawn="1"/>
          </p:nvCxnSpPr>
          <p:spPr>
            <a:xfrm>
              <a:off x="1342543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5" name="Connettore 1 94"/>
            <p:cNvCxnSpPr/>
            <p:nvPr userDrawn="1"/>
          </p:nvCxnSpPr>
          <p:spPr>
            <a:xfrm>
              <a:off x="1357430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6" name="Connettore 1 95"/>
            <p:cNvCxnSpPr/>
            <p:nvPr userDrawn="1"/>
          </p:nvCxnSpPr>
          <p:spPr>
            <a:xfrm>
              <a:off x="1372316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7" name="Connettore 1 96"/>
            <p:cNvCxnSpPr/>
            <p:nvPr userDrawn="1"/>
          </p:nvCxnSpPr>
          <p:spPr>
            <a:xfrm>
              <a:off x="1387203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8" name="Connettore 1 97"/>
            <p:cNvCxnSpPr/>
            <p:nvPr userDrawn="1"/>
          </p:nvCxnSpPr>
          <p:spPr>
            <a:xfrm>
              <a:off x="1402090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9" name="Connettore 1 98"/>
            <p:cNvCxnSpPr/>
            <p:nvPr userDrawn="1"/>
          </p:nvCxnSpPr>
          <p:spPr>
            <a:xfrm>
              <a:off x="1416976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0" name="Connettore 1 99"/>
            <p:cNvCxnSpPr/>
            <p:nvPr userDrawn="1"/>
          </p:nvCxnSpPr>
          <p:spPr>
            <a:xfrm>
              <a:off x="1431863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1" name="Connettore 1 100"/>
            <p:cNvCxnSpPr/>
            <p:nvPr userDrawn="1"/>
          </p:nvCxnSpPr>
          <p:spPr>
            <a:xfrm>
              <a:off x="1446750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2" name="Connettore 1 101"/>
            <p:cNvCxnSpPr/>
            <p:nvPr userDrawn="1"/>
          </p:nvCxnSpPr>
          <p:spPr>
            <a:xfrm>
              <a:off x="1461637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3" name="Connettore 1 102"/>
            <p:cNvCxnSpPr/>
            <p:nvPr userDrawn="1"/>
          </p:nvCxnSpPr>
          <p:spPr>
            <a:xfrm>
              <a:off x="1476523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4" name="Connettore 1 103"/>
            <p:cNvCxnSpPr/>
            <p:nvPr userDrawn="1"/>
          </p:nvCxnSpPr>
          <p:spPr>
            <a:xfrm>
              <a:off x="1491410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5" name="Connettore 1 104"/>
            <p:cNvCxnSpPr/>
            <p:nvPr userDrawn="1"/>
          </p:nvCxnSpPr>
          <p:spPr>
            <a:xfrm>
              <a:off x="1506297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6" name="Connettore 1 105"/>
            <p:cNvCxnSpPr/>
            <p:nvPr userDrawn="1"/>
          </p:nvCxnSpPr>
          <p:spPr>
            <a:xfrm>
              <a:off x="1521183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7" name="Connettore 1 106"/>
            <p:cNvCxnSpPr/>
            <p:nvPr userDrawn="1"/>
          </p:nvCxnSpPr>
          <p:spPr>
            <a:xfrm>
              <a:off x="1536070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8" name="Connettore 1 107"/>
            <p:cNvCxnSpPr/>
            <p:nvPr userDrawn="1"/>
          </p:nvCxnSpPr>
          <p:spPr>
            <a:xfrm>
              <a:off x="1550957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9" name="Connettore 1 108"/>
            <p:cNvCxnSpPr/>
            <p:nvPr userDrawn="1"/>
          </p:nvCxnSpPr>
          <p:spPr>
            <a:xfrm>
              <a:off x="1565843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0" name="Connettore 1 109"/>
            <p:cNvCxnSpPr/>
            <p:nvPr userDrawn="1"/>
          </p:nvCxnSpPr>
          <p:spPr>
            <a:xfrm>
              <a:off x="1580730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1" name="Connettore 1 110"/>
            <p:cNvCxnSpPr/>
            <p:nvPr userDrawn="1"/>
          </p:nvCxnSpPr>
          <p:spPr>
            <a:xfrm>
              <a:off x="1595617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2" name="Connettore 1 111"/>
            <p:cNvCxnSpPr/>
            <p:nvPr userDrawn="1"/>
          </p:nvCxnSpPr>
          <p:spPr>
            <a:xfrm>
              <a:off x="1610504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3" name="Connettore 1 112"/>
            <p:cNvCxnSpPr/>
            <p:nvPr userDrawn="1"/>
          </p:nvCxnSpPr>
          <p:spPr>
            <a:xfrm>
              <a:off x="1625390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4" name="Connettore 1 113"/>
            <p:cNvCxnSpPr/>
            <p:nvPr userDrawn="1"/>
          </p:nvCxnSpPr>
          <p:spPr>
            <a:xfrm>
              <a:off x="1640277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5" name="Connettore 1 114"/>
            <p:cNvCxnSpPr/>
            <p:nvPr userDrawn="1"/>
          </p:nvCxnSpPr>
          <p:spPr>
            <a:xfrm>
              <a:off x="1655164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6" name="Connettore 1 115"/>
            <p:cNvCxnSpPr/>
            <p:nvPr userDrawn="1"/>
          </p:nvCxnSpPr>
          <p:spPr>
            <a:xfrm>
              <a:off x="1670050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7" name="Connettore 1 116"/>
            <p:cNvCxnSpPr/>
            <p:nvPr userDrawn="1"/>
          </p:nvCxnSpPr>
          <p:spPr>
            <a:xfrm>
              <a:off x="1684937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8" name="Connettore 1 117"/>
            <p:cNvCxnSpPr/>
            <p:nvPr userDrawn="1"/>
          </p:nvCxnSpPr>
          <p:spPr>
            <a:xfrm>
              <a:off x="1699824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9" name="Connettore 1 118"/>
            <p:cNvCxnSpPr/>
            <p:nvPr userDrawn="1"/>
          </p:nvCxnSpPr>
          <p:spPr>
            <a:xfrm>
              <a:off x="1714710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0" name="Connettore 1 119"/>
            <p:cNvCxnSpPr/>
            <p:nvPr userDrawn="1"/>
          </p:nvCxnSpPr>
          <p:spPr>
            <a:xfrm>
              <a:off x="1729597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1" name="Connettore 1 120"/>
            <p:cNvCxnSpPr/>
            <p:nvPr userDrawn="1"/>
          </p:nvCxnSpPr>
          <p:spPr>
            <a:xfrm>
              <a:off x="1744484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2" name="Connettore 1 121"/>
            <p:cNvCxnSpPr/>
            <p:nvPr userDrawn="1"/>
          </p:nvCxnSpPr>
          <p:spPr>
            <a:xfrm>
              <a:off x="1759371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3" name="Connettore 1 122"/>
            <p:cNvCxnSpPr/>
            <p:nvPr userDrawn="1"/>
          </p:nvCxnSpPr>
          <p:spPr>
            <a:xfrm>
              <a:off x="1774257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4" name="Connettore 1 123"/>
            <p:cNvCxnSpPr/>
            <p:nvPr userDrawn="1"/>
          </p:nvCxnSpPr>
          <p:spPr>
            <a:xfrm>
              <a:off x="1789144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5" name="Connettore 1 124"/>
            <p:cNvCxnSpPr/>
            <p:nvPr userDrawn="1"/>
          </p:nvCxnSpPr>
          <p:spPr>
            <a:xfrm>
              <a:off x="1804031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6" name="Connettore 1 125"/>
            <p:cNvCxnSpPr/>
            <p:nvPr userDrawn="1"/>
          </p:nvCxnSpPr>
          <p:spPr>
            <a:xfrm>
              <a:off x="1818917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7" name="Connettore 1 126"/>
            <p:cNvCxnSpPr/>
            <p:nvPr userDrawn="1"/>
          </p:nvCxnSpPr>
          <p:spPr>
            <a:xfrm>
              <a:off x="1833804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8" name="Connettore 1 127"/>
            <p:cNvCxnSpPr/>
            <p:nvPr userDrawn="1"/>
          </p:nvCxnSpPr>
          <p:spPr>
            <a:xfrm>
              <a:off x="1848691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9" name="Connettore 1 128"/>
            <p:cNvCxnSpPr/>
            <p:nvPr userDrawn="1"/>
          </p:nvCxnSpPr>
          <p:spPr>
            <a:xfrm>
              <a:off x="1863577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0" name="Connettore 1 129"/>
            <p:cNvCxnSpPr/>
            <p:nvPr userDrawn="1"/>
          </p:nvCxnSpPr>
          <p:spPr>
            <a:xfrm>
              <a:off x="1878464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1" name="Connettore 1 130"/>
            <p:cNvCxnSpPr/>
            <p:nvPr userDrawn="1"/>
          </p:nvCxnSpPr>
          <p:spPr>
            <a:xfrm>
              <a:off x="1893346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grpSp>
      <p:sp>
        <p:nvSpPr>
          <p:cNvPr id="132" name="Titolo 1"/>
          <p:cNvSpPr txBox="1">
            <a:spLocks/>
          </p:cNvSpPr>
          <p:nvPr/>
        </p:nvSpPr>
        <p:spPr>
          <a:xfrm>
            <a:off x="641534" y="4149725"/>
            <a:ext cx="7772400" cy="968375"/>
          </a:xfrm>
          <a:prstGeom prst="rect">
            <a:avLst/>
          </a:prstGeom>
        </p:spPr>
        <p:txBody>
          <a:bodyPr>
            <a:normAutofit/>
          </a:bodyPr>
          <a:lstStyle>
            <a:lvl1pPr marL="0" indent="0" algn="l" defTabSz="457200" rtl="0" eaLnBrk="1" latinLnBrk="0" hangingPunct="1">
              <a:spcBef>
                <a:spcPct val="0"/>
              </a:spcBef>
              <a:buNone/>
              <a:defRPr sz="3600" b="1" kern="1200">
                <a:solidFill>
                  <a:schemeClr val="bg1"/>
                </a:solidFill>
                <a:latin typeface="Arial"/>
                <a:ea typeface="+mj-ea"/>
                <a:cs typeface="Arial"/>
              </a:defRPr>
            </a:lvl1pPr>
          </a:lstStyle>
          <a:p>
            <a:pPr algn="ctr"/>
            <a:r>
              <a:rPr lang="it-IT" dirty="0"/>
              <a:t>NONPARAMETRIC PROJECT</a:t>
            </a:r>
          </a:p>
        </p:txBody>
      </p:sp>
      <p:sp>
        <p:nvSpPr>
          <p:cNvPr id="133" name="Sottotitolo 2"/>
          <p:cNvSpPr txBox="1">
            <a:spLocks/>
          </p:cNvSpPr>
          <p:nvPr/>
        </p:nvSpPr>
        <p:spPr>
          <a:xfrm>
            <a:off x="641534" y="5118100"/>
            <a:ext cx="7772400" cy="1333500"/>
          </a:xfrm>
          <a:prstGeom prst="rect">
            <a:avLst/>
          </a:prstGeom>
        </p:spPr>
        <p:txBody>
          <a:bodyPr/>
          <a:lstStyle>
            <a:lvl1pPr marL="0" indent="0" algn="l" defTabSz="457200" rtl="0" eaLnBrk="1" latinLnBrk="0" hangingPunct="1">
              <a:spcBef>
                <a:spcPct val="20000"/>
              </a:spcBef>
              <a:buFont typeface="Wingdings" charset="2"/>
              <a:buNone/>
              <a:defRPr sz="2200" kern="1200">
                <a:solidFill>
                  <a:schemeClr val="tx1">
                    <a:tint val="75000"/>
                  </a:schemeClr>
                </a:solidFill>
                <a:latin typeface="Arial"/>
                <a:ea typeface="+mn-ea"/>
                <a:cs typeface="Arial"/>
              </a:defRPr>
            </a:lvl1pPr>
            <a:lvl2pPr marL="457200" indent="0" algn="ctr" defTabSz="457200" rtl="0" eaLnBrk="1" latinLnBrk="0" hangingPunct="1">
              <a:spcBef>
                <a:spcPct val="20000"/>
              </a:spcBef>
              <a:buFont typeface="Arial"/>
              <a:buNone/>
              <a:defRPr sz="2200" kern="1200">
                <a:solidFill>
                  <a:schemeClr val="tx1">
                    <a:tint val="75000"/>
                  </a:schemeClr>
                </a:solidFill>
                <a:latin typeface="Arial"/>
                <a:ea typeface="+mn-ea"/>
                <a:cs typeface="Arial"/>
              </a:defRPr>
            </a:lvl2pPr>
            <a:lvl3pPr marL="914400" indent="0" algn="ctr" defTabSz="457200" rtl="0" eaLnBrk="1" latinLnBrk="0" hangingPunct="1">
              <a:spcBef>
                <a:spcPct val="20000"/>
              </a:spcBef>
              <a:buFont typeface="Arial"/>
              <a:buNone/>
              <a:defRPr sz="2200" kern="1200">
                <a:solidFill>
                  <a:schemeClr val="tx1">
                    <a:tint val="75000"/>
                  </a:schemeClr>
                </a:solidFill>
                <a:latin typeface="Arial"/>
                <a:ea typeface="+mn-ea"/>
                <a:cs typeface="Arial"/>
              </a:defRPr>
            </a:lvl3pPr>
            <a:lvl4pPr marL="1371600" indent="0" algn="ctr" defTabSz="457200" rtl="0" eaLnBrk="1" latinLnBrk="0" hangingPunct="1">
              <a:spcBef>
                <a:spcPct val="20000"/>
              </a:spcBef>
              <a:buFont typeface="Arial"/>
              <a:buNone/>
              <a:defRPr sz="2200" kern="1200">
                <a:solidFill>
                  <a:schemeClr val="tx1">
                    <a:tint val="75000"/>
                  </a:schemeClr>
                </a:solidFill>
                <a:latin typeface="Arial"/>
                <a:ea typeface="+mn-ea"/>
                <a:cs typeface="Arial"/>
              </a:defRPr>
            </a:lvl4pPr>
            <a:lvl5pPr marL="1828800" indent="0" algn="ctr" defTabSz="457200" rtl="0" eaLnBrk="1" latinLnBrk="0" hangingPunct="1">
              <a:spcBef>
                <a:spcPct val="20000"/>
              </a:spcBef>
              <a:buFont typeface="Arial"/>
              <a:buNone/>
              <a:defRPr sz="2200" kern="1200">
                <a:solidFill>
                  <a:schemeClr val="tx1">
                    <a:tint val="75000"/>
                  </a:schemeClr>
                </a:solidFill>
                <a:latin typeface="Arial"/>
                <a:ea typeface="+mn-ea"/>
                <a:cs typeface="Arial"/>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it-IT" dirty="0">
                <a:solidFill>
                  <a:schemeClr val="bg1"/>
                </a:solidFill>
              </a:rPr>
              <a:t>Barbieri Claudio 10726610</a:t>
            </a:r>
          </a:p>
          <a:p>
            <a:r>
              <a:rPr lang="it-IT" dirty="0">
                <a:solidFill>
                  <a:schemeClr val="bg1"/>
                </a:solidFill>
              </a:rPr>
              <a:t>Fortuna Roberto 10766026</a:t>
            </a:r>
          </a:p>
        </p:txBody>
      </p:sp>
    </p:spTree>
    <p:extLst>
      <p:ext uri="{BB962C8B-B14F-4D97-AF65-F5344CB8AC3E}">
        <p14:creationId xmlns:p14="http://schemas.microsoft.com/office/powerpoint/2010/main" val="1751112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magine 6" descr="01_Polimi_centrato_COL_positivo.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3250" y="1721149"/>
            <a:ext cx="2730901" cy="2126951"/>
          </a:xfrm>
          <a:prstGeom prst="rect">
            <a:avLst/>
          </a:prstGeom>
        </p:spPr>
      </p:pic>
      <p:sp>
        <p:nvSpPr>
          <p:cNvPr id="2" name="Titolo 1"/>
          <p:cNvSpPr>
            <a:spLocks noGrp="1"/>
          </p:cNvSpPr>
          <p:nvPr>
            <p:ph type="ctrTitle"/>
          </p:nvPr>
        </p:nvSpPr>
        <p:spPr>
          <a:xfrm>
            <a:off x="207034" y="4908849"/>
            <a:ext cx="8729932" cy="968375"/>
          </a:xfrm>
        </p:spPr>
        <p:txBody>
          <a:bodyPr>
            <a:normAutofit/>
          </a:bodyPr>
          <a:lstStyle/>
          <a:p>
            <a:r>
              <a:rPr lang="it-IT" dirty="0"/>
              <a:t>Bulk </a:t>
            </a:r>
            <a:r>
              <a:rPr lang="it-IT" dirty="0" err="1"/>
              <a:t>Density</a:t>
            </a:r>
            <a:r>
              <a:rPr lang="it-IT" dirty="0"/>
              <a:t> Analysis of </a:t>
            </a:r>
            <a:r>
              <a:rPr lang="it-IT" dirty="0" err="1"/>
              <a:t>European</a:t>
            </a:r>
            <a:r>
              <a:rPr lang="it-IT" dirty="0"/>
              <a:t> </a:t>
            </a:r>
            <a:r>
              <a:rPr lang="it-IT" dirty="0" err="1"/>
              <a:t>Soil</a:t>
            </a:r>
            <a:endParaRPr lang="it-IT" dirty="0"/>
          </a:p>
        </p:txBody>
      </p:sp>
    </p:spTree>
    <p:extLst>
      <p:ext uri="{BB962C8B-B14F-4D97-AF65-F5344CB8AC3E}">
        <p14:creationId xmlns:p14="http://schemas.microsoft.com/office/powerpoint/2010/main" val="498270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ctrTitle" idx="4294967295"/>
          </p:nvPr>
        </p:nvSpPr>
        <p:spPr>
          <a:xfrm>
            <a:off x="641534" y="4149725"/>
            <a:ext cx="7772400" cy="968375"/>
          </a:xfrm>
        </p:spPr>
        <p:txBody>
          <a:bodyPr>
            <a:noAutofit/>
          </a:bodyPr>
          <a:lstStyle/>
          <a:p>
            <a:pPr algn="ctr"/>
            <a:r>
              <a:rPr lang="it-IT" sz="2800" dirty="0"/>
              <a:t>Firma convenzione </a:t>
            </a:r>
            <a:br>
              <a:rPr lang="it-IT" sz="2800" dirty="0"/>
            </a:br>
            <a:r>
              <a:rPr lang="it-IT" sz="2800" dirty="0"/>
              <a:t>Politecnico di Milano e Veneranda Fabbrica del Duomo di Milano</a:t>
            </a:r>
          </a:p>
        </p:txBody>
      </p:sp>
      <p:sp>
        <p:nvSpPr>
          <p:cNvPr id="11" name="Sottotitolo 10"/>
          <p:cNvSpPr>
            <a:spLocks noGrp="1"/>
          </p:cNvSpPr>
          <p:nvPr>
            <p:ph type="subTitle" idx="4294967295"/>
          </p:nvPr>
        </p:nvSpPr>
        <p:spPr>
          <a:xfrm>
            <a:off x="641534" y="5743574"/>
            <a:ext cx="7772400" cy="708025"/>
          </a:xfrm>
        </p:spPr>
        <p:txBody>
          <a:bodyPr>
            <a:normAutofit fontScale="92500" lnSpcReduction="10000"/>
          </a:bodyPr>
          <a:lstStyle/>
          <a:p>
            <a:pPr algn="ctr"/>
            <a:r>
              <a:rPr lang="it-IT" b="1" dirty="0">
                <a:solidFill>
                  <a:schemeClr val="bg1"/>
                </a:solidFill>
              </a:rPr>
              <a:t>Aula Magna – Rettorato</a:t>
            </a:r>
          </a:p>
          <a:p>
            <a:pPr algn="ctr"/>
            <a:r>
              <a:rPr lang="it-IT" b="1" dirty="0">
                <a:solidFill>
                  <a:schemeClr val="bg1"/>
                </a:solidFill>
              </a:rPr>
              <a:t>Mercoledì 27 maggio 2015</a:t>
            </a:r>
          </a:p>
          <a:p>
            <a:endParaRPr lang="it-IT" dirty="0"/>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836" y="1663827"/>
            <a:ext cx="3084576" cy="1301496"/>
          </a:xfrm>
          <a:prstGeom prst="rect">
            <a:avLst/>
          </a:prstGeom>
        </p:spPr>
      </p:pic>
      <p:sp>
        <p:nvSpPr>
          <p:cNvPr id="7" name="Rettangolo 6"/>
          <p:cNvSpPr/>
          <p:nvPr/>
        </p:nvSpPr>
        <p:spPr>
          <a:xfrm>
            <a:off x="0" y="3832224"/>
            <a:ext cx="9144000" cy="3025776"/>
          </a:xfrm>
          <a:prstGeom prst="rect">
            <a:avLst/>
          </a:prstGeom>
          <a:solidFill>
            <a:srgbClr val="728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grpSp>
        <p:nvGrpSpPr>
          <p:cNvPr id="8" name="Gruppo 7"/>
          <p:cNvGrpSpPr/>
          <p:nvPr/>
        </p:nvGrpSpPr>
        <p:grpSpPr>
          <a:xfrm>
            <a:off x="48007" y="3816351"/>
            <a:ext cx="9036647" cy="180000"/>
            <a:chOff x="1218340" y="275867"/>
            <a:chExt cx="17715122" cy="567843"/>
          </a:xfrm>
        </p:grpSpPr>
        <p:cxnSp>
          <p:nvCxnSpPr>
            <p:cNvPr id="9" name="Connettore 1 8"/>
            <p:cNvCxnSpPr/>
            <p:nvPr userDrawn="1"/>
          </p:nvCxnSpPr>
          <p:spPr>
            <a:xfrm>
              <a:off x="121834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 name="Connettore 1 9"/>
            <p:cNvCxnSpPr/>
            <p:nvPr userDrawn="1"/>
          </p:nvCxnSpPr>
          <p:spPr>
            <a:xfrm>
              <a:off x="136720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 name="Connettore 1 11"/>
            <p:cNvCxnSpPr/>
            <p:nvPr userDrawn="1"/>
          </p:nvCxnSpPr>
          <p:spPr>
            <a:xfrm>
              <a:off x="151607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 name="Connettore 1 12"/>
            <p:cNvCxnSpPr/>
            <p:nvPr userDrawn="1"/>
          </p:nvCxnSpPr>
          <p:spPr>
            <a:xfrm>
              <a:off x="166494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 name="Connettore 1 13"/>
            <p:cNvCxnSpPr/>
            <p:nvPr userDrawn="1"/>
          </p:nvCxnSpPr>
          <p:spPr>
            <a:xfrm>
              <a:off x="181380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 name="Connettore 1 14"/>
            <p:cNvCxnSpPr/>
            <p:nvPr userDrawn="1"/>
          </p:nvCxnSpPr>
          <p:spPr>
            <a:xfrm>
              <a:off x="196267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 name="Connettore 1 15"/>
            <p:cNvCxnSpPr/>
            <p:nvPr userDrawn="1"/>
          </p:nvCxnSpPr>
          <p:spPr>
            <a:xfrm>
              <a:off x="211154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ttore 1 16"/>
            <p:cNvCxnSpPr/>
            <p:nvPr userDrawn="1"/>
          </p:nvCxnSpPr>
          <p:spPr>
            <a:xfrm>
              <a:off x="226040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 name="Connettore 1 17"/>
            <p:cNvCxnSpPr/>
            <p:nvPr userDrawn="1"/>
          </p:nvCxnSpPr>
          <p:spPr>
            <a:xfrm>
              <a:off x="240927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 name="Connettore 1 18"/>
            <p:cNvCxnSpPr/>
            <p:nvPr userDrawn="1"/>
          </p:nvCxnSpPr>
          <p:spPr>
            <a:xfrm>
              <a:off x="255814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ttore 1 19"/>
            <p:cNvCxnSpPr/>
            <p:nvPr userDrawn="1"/>
          </p:nvCxnSpPr>
          <p:spPr>
            <a:xfrm>
              <a:off x="270701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 name="Connettore 1 20"/>
            <p:cNvCxnSpPr/>
            <p:nvPr userDrawn="1"/>
          </p:nvCxnSpPr>
          <p:spPr>
            <a:xfrm>
              <a:off x="285587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 name="Connettore 1 21"/>
            <p:cNvCxnSpPr/>
            <p:nvPr userDrawn="1"/>
          </p:nvCxnSpPr>
          <p:spPr>
            <a:xfrm>
              <a:off x="300474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 name="Connettore 1 22"/>
            <p:cNvCxnSpPr/>
            <p:nvPr userDrawn="1"/>
          </p:nvCxnSpPr>
          <p:spPr>
            <a:xfrm>
              <a:off x="315361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 name="Connettore 1 23"/>
            <p:cNvCxnSpPr/>
            <p:nvPr userDrawn="1"/>
          </p:nvCxnSpPr>
          <p:spPr>
            <a:xfrm>
              <a:off x="330247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Connettore 1 24"/>
            <p:cNvCxnSpPr/>
            <p:nvPr userDrawn="1"/>
          </p:nvCxnSpPr>
          <p:spPr>
            <a:xfrm>
              <a:off x="345134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Connettore 1 25"/>
            <p:cNvCxnSpPr/>
            <p:nvPr userDrawn="1"/>
          </p:nvCxnSpPr>
          <p:spPr>
            <a:xfrm>
              <a:off x="360021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Connettore 1 26"/>
            <p:cNvCxnSpPr/>
            <p:nvPr userDrawn="1"/>
          </p:nvCxnSpPr>
          <p:spPr>
            <a:xfrm>
              <a:off x="374907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Connettore 1 27"/>
            <p:cNvCxnSpPr/>
            <p:nvPr userDrawn="1"/>
          </p:nvCxnSpPr>
          <p:spPr>
            <a:xfrm>
              <a:off x="389794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9" name="Connettore 1 28"/>
            <p:cNvCxnSpPr/>
            <p:nvPr userDrawn="1"/>
          </p:nvCxnSpPr>
          <p:spPr>
            <a:xfrm>
              <a:off x="404681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0" name="Connettore 1 29"/>
            <p:cNvCxnSpPr/>
            <p:nvPr userDrawn="1"/>
          </p:nvCxnSpPr>
          <p:spPr>
            <a:xfrm>
              <a:off x="419568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1" name="Connettore 1 30"/>
            <p:cNvCxnSpPr/>
            <p:nvPr userDrawn="1"/>
          </p:nvCxnSpPr>
          <p:spPr>
            <a:xfrm>
              <a:off x="434454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2" name="Connettore 1 31"/>
            <p:cNvCxnSpPr/>
            <p:nvPr userDrawn="1"/>
          </p:nvCxnSpPr>
          <p:spPr>
            <a:xfrm>
              <a:off x="449341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3" name="Connettore 1 32"/>
            <p:cNvCxnSpPr/>
            <p:nvPr userDrawn="1"/>
          </p:nvCxnSpPr>
          <p:spPr>
            <a:xfrm>
              <a:off x="464228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Connettore 1 33"/>
            <p:cNvCxnSpPr/>
            <p:nvPr userDrawn="1"/>
          </p:nvCxnSpPr>
          <p:spPr>
            <a:xfrm>
              <a:off x="479114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Connettore 1 34"/>
            <p:cNvCxnSpPr/>
            <p:nvPr userDrawn="1"/>
          </p:nvCxnSpPr>
          <p:spPr>
            <a:xfrm>
              <a:off x="494001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Connettore 1 35"/>
            <p:cNvCxnSpPr/>
            <p:nvPr userDrawn="1"/>
          </p:nvCxnSpPr>
          <p:spPr>
            <a:xfrm>
              <a:off x="508888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Connettore 1 36"/>
            <p:cNvCxnSpPr/>
            <p:nvPr userDrawn="1"/>
          </p:nvCxnSpPr>
          <p:spPr>
            <a:xfrm>
              <a:off x="523774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 name="Connettore 1 37"/>
            <p:cNvCxnSpPr/>
            <p:nvPr userDrawn="1"/>
          </p:nvCxnSpPr>
          <p:spPr>
            <a:xfrm>
              <a:off x="538661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9" name="Connettore 1 38"/>
            <p:cNvCxnSpPr/>
            <p:nvPr userDrawn="1"/>
          </p:nvCxnSpPr>
          <p:spPr>
            <a:xfrm>
              <a:off x="553548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0" name="Connettore 1 39"/>
            <p:cNvCxnSpPr/>
            <p:nvPr userDrawn="1"/>
          </p:nvCxnSpPr>
          <p:spPr>
            <a:xfrm>
              <a:off x="568435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1" name="Connettore 1 40"/>
            <p:cNvCxnSpPr/>
            <p:nvPr userDrawn="1"/>
          </p:nvCxnSpPr>
          <p:spPr>
            <a:xfrm>
              <a:off x="583321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2" name="Connettore 1 41"/>
            <p:cNvCxnSpPr/>
            <p:nvPr userDrawn="1"/>
          </p:nvCxnSpPr>
          <p:spPr>
            <a:xfrm>
              <a:off x="598208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3" name="Connettore 1 42"/>
            <p:cNvCxnSpPr/>
            <p:nvPr userDrawn="1"/>
          </p:nvCxnSpPr>
          <p:spPr>
            <a:xfrm>
              <a:off x="613095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 name="Connettore 1 43"/>
            <p:cNvCxnSpPr/>
            <p:nvPr userDrawn="1"/>
          </p:nvCxnSpPr>
          <p:spPr>
            <a:xfrm>
              <a:off x="627981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5" name="Connettore 1 44"/>
            <p:cNvCxnSpPr/>
            <p:nvPr userDrawn="1"/>
          </p:nvCxnSpPr>
          <p:spPr>
            <a:xfrm>
              <a:off x="642868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6" name="Connettore 1 45"/>
            <p:cNvCxnSpPr/>
            <p:nvPr userDrawn="1"/>
          </p:nvCxnSpPr>
          <p:spPr>
            <a:xfrm>
              <a:off x="657755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7" name="Connettore 1 46"/>
            <p:cNvCxnSpPr/>
            <p:nvPr userDrawn="1"/>
          </p:nvCxnSpPr>
          <p:spPr>
            <a:xfrm>
              <a:off x="672641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8" name="Connettore 1 47"/>
            <p:cNvCxnSpPr/>
            <p:nvPr userDrawn="1"/>
          </p:nvCxnSpPr>
          <p:spPr>
            <a:xfrm>
              <a:off x="687528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9" name="Connettore 1 48"/>
            <p:cNvCxnSpPr/>
            <p:nvPr userDrawn="1"/>
          </p:nvCxnSpPr>
          <p:spPr>
            <a:xfrm>
              <a:off x="702415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0" name="Connettore 1 49"/>
            <p:cNvCxnSpPr/>
            <p:nvPr userDrawn="1"/>
          </p:nvCxnSpPr>
          <p:spPr>
            <a:xfrm>
              <a:off x="717302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1" name="Connettore 1 50"/>
            <p:cNvCxnSpPr/>
            <p:nvPr userDrawn="1"/>
          </p:nvCxnSpPr>
          <p:spPr>
            <a:xfrm>
              <a:off x="732188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2" name="Connettore 1 51"/>
            <p:cNvCxnSpPr/>
            <p:nvPr userDrawn="1"/>
          </p:nvCxnSpPr>
          <p:spPr>
            <a:xfrm>
              <a:off x="747075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3" name="Connettore 1 52"/>
            <p:cNvCxnSpPr/>
            <p:nvPr userDrawn="1"/>
          </p:nvCxnSpPr>
          <p:spPr>
            <a:xfrm>
              <a:off x="761962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4" name="Connettore 1 53"/>
            <p:cNvCxnSpPr/>
            <p:nvPr userDrawn="1"/>
          </p:nvCxnSpPr>
          <p:spPr>
            <a:xfrm>
              <a:off x="776848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5" name="Connettore 1 54"/>
            <p:cNvCxnSpPr/>
            <p:nvPr userDrawn="1"/>
          </p:nvCxnSpPr>
          <p:spPr>
            <a:xfrm>
              <a:off x="791735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6" name="Connettore 1 55"/>
            <p:cNvCxnSpPr/>
            <p:nvPr userDrawn="1"/>
          </p:nvCxnSpPr>
          <p:spPr>
            <a:xfrm>
              <a:off x="806622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7" name="Connettore 1 56"/>
            <p:cNvCxnSpPr/>
            <p:nvPr userDrawn="1"/>
          </p:nvCxnSpPr>
          <p:spPr>
            <a:xfrm>
              <a:off x="821508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8" name="Connettore 1 57"/>
            <p:cNvCxnSpPr/>
            <p:nvPr userDrawn="1"/>
          </p:nvCxnSpPr>
          <p:spPr>
            <a:xfrm>
              <a:off x="836395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9" name="Connettore 1 58"/>
            <p:cNvCxnSpPr/>
            <p:nvPr userDrawn="1"/>
          </p:nvCxnSpPr>
          <p:spPr>
            <a:xfrm>
              <a:off x="851282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0" name="Connettore 1 59"/>
            <p:cNvCxnSpPr/>
            <p:nvPr userDrawn="1"/>
          </p:nvCxnSpPr>
          <p:spPr>
            <a:xfrm>
              <a:off x="866169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1" name="Connettore 1 60"/>
            <p:cNvCxnSpPr/>
            <p:nvPr userDrawn="1"/>
          </p:nvCxnSpPr>
          <p:spPr>
            <a:xfrm>
              <a:off x="881055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2" name="Connettore 1 61"/>
            <p:cNvCxnSpPr/>
            <p:nvPr userDrawn="1"/>
          </p:nvCxnSpPr>
          <p:spPr>
            <a:xfrm>
              <a:off x="895942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3" name="Connettore 1 62"/>
            <p:cNvCxnSpPr/>
            <p:nvPr userDrawn="1"/>
          </p:nvCxnSpPr>
          <p:spPr>
            <a:xfrm>
              <a:off x="910829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4" name="Connettore 1 63"/>
            <p:cNvCxnSpPr/>
            <p:nvPr userDrawn="1"/>
          </p:nvCxnSpPr>
          <p:spPr>
            <a:xfrm>
              <a:off x="925715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5" name="Connettore 1 64"/>
            <p:cNvCxnSpPr/>
            <p:nvPr userDrawn="1"/>
          </p:nvCxnSpPr>
          <p:spPr>
            <a:xfrm>
              <a:off x="940602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6" name="Connettore 1 65"/>
            <p:cNvCxnSpPr/>
            <p:nvPr userDrawn="1"/>
          </p:nvCxnSpPr>
          <p:spPr>
            <a:xfrm>
              <a:off x="955489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7" name="Connettore 1 66"/>
            <p:cNvCxnSpPr/>
            <p:nvPr userDrawn="1"/>
          </p:nvCxnSpPr>
          <p:spPr>
            <a:xfrm>
              <a:off x="970375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8" name="Connettore 1 67"/>
            <p:cNvCxnSpPr/>
            <p:nvPr userDrawn="1"/>
          </p:nvCxnSpPr>
          <p:spPr>
            <a:xfrm>
              <a:off x="985262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9" name="Connettore 1 68"/>
            <p:cNvCxnSpPr/>
            <p:nvPr userDrawn="1"/>
          </p:nvCxnSpPr>
          <p:spPr>
            <a:xfrm>
              <a:off x="1000149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0" name="Connettore 1 69"/>
            <p:cNvCxnSpPr/>
            <p:nvPr userDrawn="1"/>
          </p:nvCxnSpPr>
          <p:spPr>
            <a:xfrm>
              <a:off x="1015036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1" name="Connettore 1 70"/>
            <p:cNvCxnSpPr/>
            <p:nvPr userDrawn="1"/>
          </p:nvCxnSpPr>
          <p:spPr>
            <a:xfrm>
              <a:off x="1029922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2" name="Connettore 1 71"/>
            <p:cNvCxnSpPr/>
            <p:nvPr userDrawn="1"/>
          </p:nvCxnSpPr>
          <p:spPr>
            <a:xfrm>
              <a:off x="1044809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3" name="Connettore 1 72"/>
            <p:cNvCxnSpPr/>
            <p:nvPr userDrawn="1"/>
          </p:nvCxnSpPr>
          <p:spPr>
            <a:xfrm>
              <a:off x="1059696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4" name="Connettore 1 73"/>
            <p:cNvCxnSpPr/>
            <p:nvPr userDrawn="1"/>
          </p:nvCxnSpPr>
          <p:spPr>
            <a:xfrm>
              <a:off x="1074582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5" name="Connettore 1 74"/>
            <p:cNvCxnSpPr/>
            <p:nvPr userDrawn="1"/>
          </p:nvCxnSpPr>
          <p:spPr>
            <a:xfrm>
              <a:off x="1089469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6" name="Connettore 1 75"/>
            <p:cNvCxnSpPr/>
            <p:nvPr userDrawn="1"/>
          </p:nvCxnSpPr>
          <p:spPr>
            <a:xfrm>
              <a:off x="1104356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7" name="Connettore 1 76"/>
            <p:cNvCxnSpPr/>
            <p:nvPr userDrawn="1"/>
          </p:nvCxnSpPr>
          <p:spPr>
            <a:xfrm>
              <a:off x="1119242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8" name="Connettore 1 77"/>
            <p:cNvCxnSpPr/>
            <p:nvPr userDrawn="1"/>
          </p:nvCxnSpPr>
          <p:spPr>
            <a:xfrm>
              <a:off x="1134129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9" name="Connettore 1 78"/>
            <p:cNvCxnSpPr/>
            <p:nvPr userDrawn="1"/>
          </p:nvCxnSpPr>
          <p:spPr>
            <a:xfrm>
              <a:off x="1149016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0" name="Connettore 1 79"/>
            <p:cNvCxnSpPr/>
            <p:nvPr userDrawn="1"/>
          </p:nvCxnSpPr>
          <p:spPr>
            <a:xfrm>
              <a:off x="1163903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1" name="Connettore 1 80"/>
            <p:cNvCxnSpPr/>
            <p:nvPr userDrawn="1"/>
          </p:nvCxnSpPr>
          <p:spPr>
            <a:xfrm>
              <a:off x="1178789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2" name="Connettore 1 81"/>
            <p:cNvCxnSpPr/>
            <p:nvPr userDrawn="1"/>
          </p:nvCxnSpPr>
          <p:spPr>
            <a:xfrm>
              <a:off x="1193676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3" name="Connettore 1 82"/>
            <p:cNvCxnSpPr/>
            <p:nvPr userDrawn="1"/>
          </p:nvCxnSpPr>
          <p:spPr>
            <a:xfrm>
              <a:off x="1208563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4" name="Connettore 1 83"/>
            <p:cNvCxnSpPr/>
            <p:nvPr userDrawn="1"/>
          </p:nvCxnSpPr>
          <p:spPr>
            <a:xfrm>
              <a:off x="1223449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5" name="Connettore 1 84"/>
            <p:cNvCxnSpPr/>
            <p:nvPr userDrawn="1"/>
          </p:nvCxnSpPr>
          <p:spPr>
            <a:xfrm>
              <a:off x="1238336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6" name="Connettore 1 85"/>
            <p:cNvCxnSpPr/>
            <p:nvPr userDrawn="1"/>
          </p:nvCxnSpPr>
          <p:spPr>
            <a:xfrm>
              <a:off x="1253223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7" name="Connettore 1 86"/>
            <p:cNvCxnSpPr/>
            <p:nvPr userDrawn="1"/>
          </p:nvCxnSpPr>
          <p:spPr>
            <a:xfrm>
              <a:off x="1268109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8" name="Connettore 1 87"/>
            <p:cNvCxnSpPr/>
            <p:nvPr userDrawn="1"/>
          </p:nvCxnSpPr>
          <p:spPr>
            <a:xfrm>
              <a:off x="1282996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9" name="Connettore 1 88"/>
            <p:cNvCxnSpPr/>
            <p:nvPr userDrawn="1"/>
          </p:nvCxnSpPr>
          <p:spPr>
            <a:xfrm>
              <a:off x="1297883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0" name="Connettore 1 89"/>
            <p:cNvCxnSpPr/>
            <p:nvPr userDrawn="1"/>
          </p:nvCxnSpPr>
          <p:spPr>
            <a:xfrm>
              <a:off x="1312770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1" name="Connettore 1 90"/>
            <p:cNvCxnSpPr/>
            <p:nvPr userDrawn="1"/>
          </p:nvCxnSpPr>
          <p:spPr>
            <a:xfrm>
              <a:off x="1327656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2" name="Connettore 1 91"/>
            <p:cNvCxnSpPr/>
            <p:nvPr userDrawn="1"/>
          </p:nvCxnSpPr>
          <p:spPr>
            <a:xfrm>
              <a:off x="1342543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3" name="Connettore 1 92"/>
            <p:cNvCxnSpPr/>
            <p:nvPr userDrawn="1"/>
          </p:nvCxnSpPr>
          <p:spPr>
            <a:xfrm>
              <a:off x="1357430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4" name="Connettore 1 93"/>
            <p:cNvCxnSpPr/>
            <p:nvPr userDrawn="1"/>
          </p:nvCxnSpPr>
          <p:spPr>
            <a:xfrm>
              <a:off x="1372316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5" name="Connettore 1 94"/>
            <p:cNvCxnSpPr/>
            <p:nvPr userDrawn="1"/>
          </p:nvCxnSpPr>
          <p:spPr>
            <a:xfrm>
              <a:off x="1387203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6" name="Connettore 1 95"/>
            <p:cNvCxnSpPr/>
            <p:nvPr userDrawn="1"/>
          </p:nvCxnSpPr>
          <p:spPr>
            <a:xfrm>
              <a:off x="1402090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7" name="Connettore 1 96"/>
            <p:cNvCxnSpPr/>
            <p:nvPr userDrawn="1"/>
          </p:nvCxnSpPr>
          <p:spPr>
            <a:xfrm>
              <a:off x="1416976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8" name="Connettore 1 97"/>
            <p:cNvCxnSpPr/>
            <p:nvPr userDrawn="1"/>
          </p:nvCxnSpPr>
          <p:spPr>
            <a:xfrm>
              <a:off x="1431863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9" name="Connettore 1 98"/>
            <p:cNvCxnSpPr/>
            <p:nvPr userDrawn="1"/>
          </p:nvCxnSpPr>
          <p:spPr>
            <a:xfrm>
              <a:off x="1446750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0" name="Connettore 1 99"/>
            <p:cNvCxnSpPr/>
            <p:nvPr userDrawn="1"/>
          </p:nvCxnSpPr>
          <p:spPr>
            <a:xfrm>
              <a:off x="1461637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1" name="Connettore 1 100"/>
            <p:cNvCxnSpPr/>
            <p:nvPr userDrawn="1"/>
          </p:nvCxnSpPr>
          <p:spPr>
            <a:xfrm>
              <a:off x="1476523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2" name="Connettore 1 101"/>
            <p:cNvCxnSpPr/>
            <p:nvPr userDrawn="1"/>
          </p:nvCxnSpPr>
          <p:spPr>
            <a:xfrm>
              <a:off x="1491410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3" name="Connettore 1 102"/>
            <p:cNvCxnSpPr/>
            <p:nvPr userDrawn="1"/>
          </p:nvCxnSpPr>
          <p:spPr>
            <a:xfrm>
              <a:off x="1506297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4" name="Connettore 1 103"/>
            <p:cNvCxnSpPr/>
            <p:nvPr userDrawn="1"/>
          </p:nvCxnSpPr>
          <p:spPr>
            <a:xfrm>
              <a:off x="1521183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5" name="Connettore 1 104"/>
            <p:cNvCxnSpPr/>
            <p:nvPr userDrawn="1"/>
          </p:nvCxnSpPr>
          <p:spPr>
            <a:xfrm>
              <a:off x="1536070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6" name="Connettore 1 105"/>
            <p:cNvCxnSpPr/>
            <p:nvPr userDrawn="1"/>
          </p:nvCxnSpPr>
          <p:spPr>
            <a:xfrm>
              <a:off x="1550957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7" name="Connettore 1 106"/>
            <p:cNvCxnSpPr/>
            <p:nvPr userDrawn="1"/>
          </p:nvCxnSpPr>
          <p:spPr>
            <a:xfrm>
              <a:off x="1565843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8" name="Connettore 1 107"/>
            <p:cNvCxnSpPr/>
            <p:nvPr userDrawn="1"/>
          </p:nvCxnSpPr>
          <p:spPr>
            <a:xfrm>
              <a:off x="1580730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9" name="Connettore 1 108"/>
            <p:cNvCxnSpPr/>
            <p:nvPr userDrawn="1"/>
          </p:nvCxnSpPr>
          <p:spPr>
            <a:xfrm>
              <a:off x="1595617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0" name="Connettore 1 109"/>
            <p:cNvCxnSpPr/>
            <p:nvPr userDrawn="1"/>
          </p:nvCxnSpPr>
          <p:spPr>
            <a:xfrm>
              <a:off x="1610504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1" name="Connettore 1 110"/>
            <p:cNvCxnSpPr/>
            <p:nvPr userDrawn="1"/>
          </p:nvCxnSpPr>
          <p:spPr>
            <a:xfrm>
              <a:off x="1625390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2" name="Connettore 1 111"/>
            <p:cNvCxnSpPr/>
            <p:nvPr userDrawn="1"/>
          </p:nvCxnSpPr>
          <p:spPr>
            <a:xfrm>
              <a:off x="1640277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3" name="Connettore 1 112"/>
            <p:cNvCxnSpPr/>
            <p:nvPr userDrawn="1"/>
          </p:nvCxnSpPr>
          <p:spPr>
            <a:xfrm>
              <a:off x="1655164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4" name="Connettore 1 113"/>
            <p:cNvCxnSpPr/>
            <p:nvPr userDrawn="1"/>
          </p:nvCxnSpPr>
          <p:spPr>
            <a:xfrm>
              <a:off x="1670050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5" name="Connettore 1 114"/>
            <p:cNvCxnSpPr/>
            <p:nvPr userDrawn="1"/>
          </p:nvCxnSpPr>
          <p:spPr>
            <a:xfrm>
              <a:off x="1684937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6" name="Connettore 1 115"/>
            <p:cNvCxnSpPr/>
            <p:nvPr userDrawn="1"/>
          </p:nvCxnSpPr>
          <p:spPr>
            <a:xfrm>
              <a:off x="1699824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7" name="Connettore 1 116"/>
            <p:cNvCxnSpPr/>
            <p:nvPr userDrawn="1"/>
          </p:nvCxnSpPr>
          <p:spPr>
            <a:xfrm>
              <a:off x="1714710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8" name="Connettore 1 117"/>
            <p:cNvCxnSpPr/>
            <p:nvPr userDrawn="1"/>
          </p:nvCxnSpPr>
          <p:spPr>
            <a:xfrm>
              <a:off x="1729597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9" name="Connettore 1 118"/>
            <p:cNvCxnSpPr/>
            <p:nvPr userDrawn="1"/>
          </p:nvCxnSpPr>
          <p:spPr>
            <a:xfrm>
              <a:off x="1744484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0" name="Connettore 1 119"/>
            <p:cNvCxnSpPr/>
            <p:nvPr userDrawn="1"/>
          </p:nvCxnSpPr>
          <p:spPr>
            <a:xfrm>
              <a:off x="1759371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1" name="Connettore 1 120"/>
            <p:cNvCxnSpPr/>
            <p:nvPr userDrawn="1"/>
          </p:nvCxnSpPr>
          <p:spPr>
            <a:xfrm>
              <a:off x="1774257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2" name="Connettore 1 121"/>
            <p:cNvCxnSpPr/>
            <p:nvPr userDrawn="1"/>
          </p:nvCxnSpPr>
          <p:spPr>
            <a:xfrm>
              <a:off x="1789144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3" name="Connettore 1 122"/>
            <p:cNvCxnSpPr/>
            <p:nvPr userDrawn="1"/>
          </p:nvCxnSpPr>
          <p:spPr>
            <a:xfrm>
              <a:off x="1804031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4" name="Connettore 1 123"/>
            <p:cNvCxnSpPr/>
            <p:nvPr userDrawn="1"/>
          </p:nvCxnSpPr>
          <p:spPr>
            <a:xfrm>
              <a:off x="1818917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5" name="Connettore 1 124"/>
            <p:cNvCxnSpPr/>
            <p:nvPr userDrawn="1"/>
          </p:nvCxnSpPr>
          <p:spPr>
            <a:xfrm>
              <a:off x="1833804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6" name="Connettore 1 125"/>
            <p:cNvCxnSpPr/>
            <p:nvPr userDrawn="1"/>
          </p:nvCxnSpPr>
          <p:spPr>
            <a:xfrm>
              <a:off x="1848691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7" name="Connettore 1 126"/>
            <p:cNvCxnSpPr/>
            <p:nvPr userDrawn="1"/>
          </p:nvCxnSpPr>
          <p:spPr>
            <a:xfrm>
              <a:off x="1863577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8" name="Connettore 1 127"/>
            <p:cNvCxnSpPr/>
            <p:nvPr userDrawn="1"/>
          </p:nvCxnSpPr>
          <p:spPr>
            <a:xfrm>
              <a:off x="1878464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9" name="Connettore 1 128"/>
            <p:cNvCxnSpPr/>
            <p:nvPr userDrawn="1"/>
          </p:nvCxnSpPr>
          <p:spPr>
            <a:xfrm>
              <a:off x="1893346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grpSp>
      <p:sp>
        <p:nvSpPr>
          <p:cNvPr id="130" name="Titolo 1"/>
          <p:cNvSpPr txBox="1">
            <a:spLocks/>
          </p:cNvSpPr>
          <p:nvPr/>
        </p:nvSpPr>
        <p:spPr>
          <a:xfrm>
            <a:off x="616134" y="4161637"/>
            <a:ext cx="7772400" cy="681067"/>
          </a:xfrm>
          <a:prstGeom prst="rect">
            <a:avLst/>
          </a:prstGeom>
        </p:spPr>
        <p:txBody>
          <a:bodyPr>
            <a:normAutofit/>
          </a:bodyPr>
          <a:lstStyle>
            <a:lvl1pPr marL="0" indent="0" algn="l" defTabSz="457200" rtl="0" eaLnBrk="1" latinLnBrk="0" hangingPunct="1">
              <a:spcBef>
                <a:spcPct val="0"/>
              </a:spcBef>
              <a:buNone/>
              <a:defRPr sz="3600" b="1" kern="1200">
                <a:solidFill>
                  <a:schemeClr val="bg1"/>
                </a:solidFill>
                <a:latin typeface="Arial"/>
                <a:ea typeface="+mj-ea"/>
                <a:cs typeface="Arial"/>
              </a:defRPr>
            </a:lvl1pPr>
          </a:lstStyle>
          <a:p>
            <a:r>
              <a:rPr lang="it-IT" dirty="0"/>
              <a:t>LUCAS 2015 TOPSOIL data</a:t>
            </a:r>
          </a:p>
          <a:p>
            <a:endParaRPr lang="it-IT" dirty="0"/>
          </a:p>
          <a:p>
            <a:endParaRPr lang="it-IT" dirty="0"/>
          </a:p>
        </p:txBody>
      </p:sp>
      <p:sp>
        <p:nvSpPr>
          <p:cNvPr id="131" name="Sottotitolo 2"/>
          <p:cNvSpPr txBox="1">
            <a:spLocks/>
          </p:cNvSpPr>
          <p:nvPr/>
        </p:nvSpPr>
        <p:spPr>
          <a:xfrm>
            <a:off x="654234" y="6119607"/>
            <a:ext cx="7772400" cy="441745"/>
          </a:xfrm>
          <a:prstGeom prst="rect">
            <a:avLst/>
          </a:prstGeom>
        </p:spPr>
        <p:txBody>
          <a:bodyPr/>
          <a:lstStyle>
            <a:lvl1pPr marL="0" indent="0" algn="l" defTabSz="457200" rtl="0" eaLnBrk="1" latinLnBrk="0" hangingPunct="1">
              <a:spcBef>
                <a:spcPct val="20000"/>
              </a:spcBef>
              <a:buFont typeface="Wingdings" charset="2"/>
              <a:buNone/>
              <a:defRPr sz="2200" kern="1200">
                <a:solidFill>
                  <a:schemeClr val="tx1">
                    <a:tint val="75000"/>
                  </a:schemeClr>
                </a:solidFill>
                <a:latin typeface="Arial"/>
                <a:ea typeface="+mn-ea"/>
                <a:cs typeface="Arial"/>
              </a:defRPr>
            </a:lvl1pPr>
            <a:lvl2pPr marL="457200" indent="0" algn="ctr" defTabSz="457200" rtl="0" eaLnBrk="1" latinLnBrk="0" hangingPunct="1">
              <a:spcBef>
                <a:spcPct val="20000"/>
              </a:spcBef>
              <a:buFont typeface="Arial"/>
              <a:buNone/>
              <a:defRPr sz="2200" kern="1200">
                <a:solidFill>
                  <a:schemeClr val="tx1">
                    <a:tint val="75000"/>
                  </a:schemeClr>
                </a:solidFill>
                <a:latin typeface="Arial"/>
                <a:ea typeface="+mn-ea"/>
                <a:cs typeface="Arial"/>
              </a:defRPr>
            </a:lvl2pPr>
            <a:lvl3pPr marL="914400" indent="0" algn="ctr" defTabSz="457200" rtl="0" eaLnBrk="1" latinLnBrk="0" hangingPunct="1">
              <a:spcBef>
                <a:spcPct val="20000"/>
              </a:spcBef>
              <a:buFont typeface="Arial"/>
              <a:buNone/>
              <a:defRPr sz="2200" kern="1200">
                <a:solidFill>
                  <a:schemeClr val="tx1">
                    <a:tint val="75000"/>
                  </a:schemeClr>
                </a:solidFill>
                <a:latin typeface="Arial"/>
                <a:ea typeface="+mn-ea"/>
                <a:cs typeface="Arial"/>
              </a:defRPr>
            </a:lvl3pPr>
            <a:lvl4pPr marL="1371600" indent="0" algn="ctr" defTabSz="457200" rtl="0" eaLnBrk="1" latinLnBrk="0" hangingPunct="1">
              <a:spcBef>
                <a:spcPct val="20000"/>
              </a:spcBef>
              <a:buFont typeface="Arial"/>
              <a:buNone/>
              <a:defRPr sz="2200" kern="1200">
                <a:solidFill>
                  <a:schemeClr val="tx1">
                    <a:tint val="75000"/>
                  </a:schemeClr>
                </a:solidFill>
                <a:latin typeface="Arial"/>
                <a:ea typeface="+mn-ea"/>
                <a:cs typeface="Arial"/>
              </a:defRPr>
            </a:lvl4pPr>
            <a:lvl5pPr marL="1828800" indent="0" algn="ctr" defTabSz="457200" rtl="0" eaLnBrk="1" latinLnBrk="0" hangingPunct="1">
              <a:spcBef>
                <a:spcPct val="20000"/>
              </a:spcBef>
              <a:buFont typeface="Arial"/>
              <a:buNone/>
              <a:defRPr sz="2200" kern="1200">
                <a:solidFill>
                  <a:schemeClr val="tx1">
                    <a:tint val="75000"/>
                  </a:schemeClr>
                </a:solidFill>
                <a:latin typeface="Arial"/>
                <a:ea typeface="+mn-ea"/>
                <a:cs typeface="Arial"/>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it-IT" dirty="0">
                <a:solidFill>
                  <a:schemeClr val="bg1"/>
                </a:solidFill>
              </a:rPr>
              <a:t>Link: </a:t>
            </a:r>
            <a:r>
              <a:rPr lang="it-IT" dirty="0">
                <a:solidFill>
                  <a:schemeClr val="bg1"/>
                </a:solidFill>
                <a:hlinkClick r:id="rId3"/>
              </a:rPr>
              <a:t>lucas-2018-topsoil-data</a:t>
            </a:r>
            <a:endParaRPr lang="it-IT" dirty="0">
              <a:solidFill>
                <a:schemeClr val="bg1"/>
              </a:solidFill>
            </a:endParaRPr>
          </a:p>
        </p:txBody>
      </p:sp>
      <p:pic>
        <p:nvPicPr>
          <p:cNvPr id="6" name="Picture 5" descr="A blue square with yellow stars and black text&#10;&#10;Description automatically generated">
            <a:extLst>
              <a:ext uri="{FF2B5EF4-FFF2-40B4-BE49-F238E27FC236}">
                <a16:creationId xmlns:a16="http://schemas.microsoft.com/office/drawing/2014/main" id="{924078A0-536B-A31F-634B-F015498FD0BA}"/>
              </a:ext>
            </a:extLst>
          </p:cNvPr>
          <p:cNvPicPr>
            <a:picLocks noChangeAspect="1"/>
          </p:cNvPicPr>
          <p:nvPr/>
        </p:nvPicPr>
        <p:blipFill>
          <a:blip r:embed="rId4"/>
          <a:stretch>
            <a:fillRect/>
          </a:stretch>
        </p:blipFill>
        <p:spPr>
          <a:xfrm>
            <a:off x="5106957" y="1514666"/>
            <a:ext cx="2096750" cy="1450658"/>
          </a:xfrm>
          <a:prstGeom prst="rect">
            <a:avLst/>
          </a:prstGeom>
        </p:spPr>
      </p:pic>
      <p:sp>
        <p:nvSpPr>
          <p:cNvPr id="132" name="TextBox 131">
            <a:extLst>
              <a:ext uri="{FF2B5EF4-FFF2-40B4-BE49-F238E27FC236}">
                <a16:creationId xmlns:a16="http://schemas.microsoft.com/office/drawing/2014/main" id="{62606988-EC52-9882-898C-2222AB5F30B2}"/>
              </a:ext>
            </a:extLst>
          </p:cNvPr>
          <p:cNvSpPr txBox="1"/>
          <p:nvPr/>
        </p:nvSpPr>
        <p:spPr>
          <a:xfrm>
            <a:off x="641534" y="4747036"/>
            <a:ext cx="7897597" cy="523220"/>
          </a:xfrm>
          <a:prstGeom prst="rect">
            <a:avLst/>
          </a:prstGeom>
          <a:noFill/>
        </p:spPr>
        <p:txBody>
          <a:bodyPr wrap="square" rtlCol="0">
            <a:spAutoFit/>
          </a:bodyPr>
          <a:lstStyle/>
          <a:p>
            <a:r>
              <a:rPr lang="it-IT" sz="2800" dirty="0">
                <a:solidFill>
                  <a:schemeClr val="bg1"/>
                </a:solidFill>
              </a:rPr>
              <a:t>Link</a:t>
            </a:r>
            <a:r>
              <a:rPr lang="it-IT" dirty="0">
                <a:solidFill>
                  <a:schemeClr val="bg1"/>
                </a:solidFill>
              </a:rPr>
              <a:t>: </a:t>
            </a:r>
            <a:r>
              <a:rPr lang="it-IT" sz="2400" dirty="0">
                <a:solidFill>
                  <a:schemeClr val="bg1"/>
                </a:solidFill>
                <a:hlinkClick r:id="rId5"/>
              </a:rPr>
              <a:t>lucas-2015-topsoil-data</a:t>
            </a:r>
            <a:endParaRPr lang="en-US" dirty="0"/>
          </a:p>
        </p:txBody>
      </p:sp>
      <p:sp>
        <p:nvSpPr>
          <p:cNvPr id="133" name="Titolo 1">
            <a:extLst>
              <a:ext uri="{FF2B5EF4-FFF2-40B4-BE49-F238E27FC236}">
                <a16:creationId xmlns:a16="http://schemas.microsoft.com/office/drawing/2014/main" id="{5C6993B7-D57E-4AE9-7641-5A03414B0E95}"/>
              </a:ext>
            </a:extLst>
          </p:cNvPr>
          <p:cNvSpPr txBox="1">
            <a:spLocks/>
          </p:cNvSpPr>
          <p:nvPr/>
        </p:nvSpPr>
        <p:spPr>
          <a:xfrm>
            <a:off x="628834" y="5445121"/>
            <a:ext cx="7772400" cy="596906"/>
          </a:xfrm>
          <a:prstGeom prst="rect">
            <a:avLst/>
          </a:prstGeom>
        </p:spPr>
        <p:txBody>
          <a:bodyPr>
            <a:normAutofit lnSpcReduction="10000"/>
          </a:bodyPr>
          <a:lstStyle>
            <a:lvl1pPr marL="0" indent="0" algn="l" defTabSz="457200" rtl="0" eaLnBrk="1" latinLnBrk="0" hangingPunct="1">
              <a:spcBef>
                <a:spcPct val="0"/>
              </a:spcBef>
              <a:buNone/>
              <a:defRPr sz="3600" b="1" kern="1200">
                <a:solidFill>
                  <a:schemeClr val="bg1"/>
                </a:solidFill>
                <a:latin typeface="Arial"/>
                <a:ea typeface="+mj-ea"/>
                <a:cs typeface="Arial"/>
              </a:defRPr>
            </a:lvl1pPr>
          </a:lstStyle>
          <a:p>
            <a:r>
              <a:rPr lang="it-IT" dirty="0"/>
              <a:t>LUCAS 2018 TOPSOIL data</a:t>
            </a:r>
          </a:p>
        </p:txBody>
      </p:sp>
    </p:spTree>
    <p:extLst>
      <p:ext uri="{BB962C8B-B14F-4D97-AF65-F5344CB8AC3E}">
        <p14:creationId xmlns:p14="http://schemas.microsoft.com/office/powerpoint/2010/main" val="1659495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chor="ctr"/>
          <a:lstStyle/>
          <a:p>
            <a:r>
              <a:rPr lang="it-IT" dirty="0"/>
              <a:t>Dataset </a:t>
            </a:r>
            <a:r>
              <a:rPr lang="it-IT" dirty="0" err="1"/>
              <a:t>Description</a:t>
            </a:r>
            <a:endParaRPr lang="it-IT" dirty="0"/>
          </a:p>
        </p:txBody>
      </p:sp>
      <p:sp>
        <p:nvSpPr>
          <p:cNvPr id="3" name="Segnaposto contenuto 2"/>
          <p:cNvSpPr>
            <a:spLocks noGrp="1"/>
          </p:cNvSpPr>
          <p:nvPr>
            <p:ph idx="1"/>
          </p:nvPr>
        </p:nvSpPr>
        <p:spPr>
          <a:xfrm>
            <a:off x="457200" y="1600200"/>
            <a:ext cx="8323726" cy="4525963"/>
          </a:xfrm>
        </p:spPr>
        <p:txBody>
          <a:bodyPr>
            <a:normAutofit fontScale="92500" lnSpcReduction="20000"/>
          </a:bodyPr>
          <a:lstStyle/>
          <a:p>
            <a:pPr algn="l">
              <a:spcBef>
                <a:spcPts val="750"/>
              </a:spcBef>
              <a:spcAft>
                <a:spcPts val="750"/>
              </a:spcAft>
            </a:pPr>
            <a:r>
              <a:rPr lang="en-US" b="1" i="0" dirty="0">
                <a:solidFill>
                  <a:srgbClr val="000000"/>
                </a:solidFill>
                <a:effectLst/>
                <a:latin typeface="Helvetica" panose="020B0604020202020204" pitchFamily="34" charset="0"/>
              </a:rPr>
              <a:t>LUCAS: Land Use and Coverage Area frame Survey</a:t>
            </a:r>
          </a:p>
          <a:p>
            <a:pPr algn="l">
              <a:spcBef>
                <a:spcPts val="750"/>
              </a:spcBef>
              <a:spcAft>
                <a:spcPts val="750"/>
              </a:spcAft>
            </a:pPr>
            <a:r>
              <a:rPr lang="en-US" dirty="0">
                <a:solidFill>
                  <a:srgbClr val="333333"/>
                </a:solidFill>
                <a:latin typeface="Open Sans" panose="020B0606030504020204" pitchFamily="34" charset="0"/>
              </a:rPr>
              <a:t>O</a:t>
            </a:r>
            <a:r>
              <a:rPr lang="en-US" b="0" i="0" dirty="0">
                <a:solidFill>
                  <a:srgbClr val="333333"/>
                </a:solidFill>
                <a:effectLst/>
                <a:latin typeface="Open Sans" panose="020B0606030504020204" pitchFamily="34" charset="0"/>
              </a:rPr>
              <a:t>rganized, regular, </a:t>
            </a:r>
            <a:r>
              <a:rPr lang="en-US" b="0" i="0" dirty="0" err="1">
                <a:solidFill>
                  <a:srgbClr val="333333"/>
                </a:solidFill>
                <a:effectLst/>
                <a:latin typeface="Open Sans" panose="020B0606030504020204" pitchFamily="34" charset="0"/>
              </a:rPr>
              <a:t>harmonised</a:t>
            </a:r>
            <a:r>
              <a:rPr lang="en-US" b="0" i="0" dirty="0">
                <a:solidFill>
                  <a:srgbClr val="333333"/>
                </a:solidFill>
                <a:effectLst/>
                <a:latin typeface="Open Sans" panose="020B0606030504020204" pitchFamily="34" charset="0"/>
              </a:rPr>
              <a:t> surveys across all Member States to gather information on land cover and land use</a:t>
            </a:r>
            <a:endParaRPr lang="en-US" b="1" i="0" dirty="0">
              <a:solidFill>
                <a:srgbClr val="000000"/>
              </a:solidFill>
              <a:effectLst/>
              <a:latin typeface="Helvetica" panose="020B0604020202020204" pitchFamily="34" charset="0"/>
            </a:endParaRPr>
          </a:p>
          <a:p>
            <a:pPr algn="l">
              <a:spcAft>
                <a:spcPts val="750"/>
              </a:spcAft>
            </a:pPr>
            <a:r>
              <a:rPr lang="en-US" b="1" i="0" dirty="0">
                <a:solidFill>
                  <a:srgbClr val="222222"/>
                </a:solidFill>
                <a:effectLst/>
                <a:latin typeface="Open Sans" panose="020F0502020204030204" pitchFamily="34" charset="0"/>
              </a:rPr>
              <a:t>Geographical extent</a:t>
            </a:r>
            <a:r>
              <a:rPr lang="en-US" b="0" i="0" dirty="0">
                <a:solidFill>
                  <a:srgbClr val="222222"/>
                </a:solidFill>
                <a:effectLst/>
                <a:latin typeface="Open Sans" panose="020F0502020204030204" pitchFamily="34" charset="0"/>
              </a:rPr>
              <a:t>: European Union plus UK.</a:t>
            </a:r>
          </a:p>
          <a:p>
            <a:pPr algn="l">
              <a:spcAft>
                <a:spcPts val="750"/>
              </a:spcAft>
            </a:pPr>
            <a:r>
              <a:rPr lang="en-US" b="1" i="0" dirty="0">
                <a:solidFill>
                  <a:srgbClr val="222222"/>
                </a:solidFill>
                <a:effectLst/>
                <a:latin typeface="Open Sans" panose="020F0502020204030204" pitchFamily="34" charset="0"/>
              </a:rPr>
              <a:t>Format</a:t>
            </a:r>
            <a:r>
              <a:rPr lang="en-US" b="0" i="0" dirty="0">
                <a:solidFill>
                  <a:srgbClr val="222222"/>
                </a:solidFill>
                <a:effectLst/>
                <a:latin typeface="Open Sans" panose="020F0502020204030204" pitchFamily="34" charset="0"/>
              </a:rPr>
              <a:t>: multiple CSV (with soil property data) + shapefile (theoretical sampling points, based on LUCAS Grid)</a:t>
            </a:r>
          </a:p>
          <a:p>
            <a:pPr algn="l"/>
            <a:r>
              <a:rPr lang="en-US" b="1" i="0" dirty="0">
                <a:solidFill>
                  <a:srgbClr val="222222"/>
                </a:solidFill>
                <a:effectLst/>
                <a:latin typeface="Open Sans" panose="020F0502020204030204" pitchFamily="34" charset="0"/>
              </a:rPr>
              <a:t>Measured properties</a:t>
            </a:r>
            <a:r>
              <a:rPr lang="en-US" b="0" i="0" dirty="0">
                <a:solidFill>
                  <a:srgbClr val="222222"/>
                </a:solidFill>
                <a:effectLst/>
                <a:latin typeface="Open Sans" panose="020F0502020204030204" pitchFamily="34" charset="0"/>
              </a:rPr>
              <a:t>: pH (CaCl2 and H2O), organic carbon content,</a:t>
            </a:r>
          </a:p>
          <a:p>
            <a:pPr algn="l"/>
            <a:r>
              <a:rPr lang="en-US" b="0" i="0" dirty="0">
                <a:solidFill>
                  <a:srgbClr val="222222"/>
                </a:solidFill>
                <a:effectLst/>
                <a:latin typeface="Open Sans" panose="020F0502020204030204" pitchFamily="34" charset="0"/>
              </a:rPr>
              <a:t>CaCO3, nitrogen, phosphorous, potassium, EC (Electrical</a:t>
            </a:r>
          </a:p>
          <a:p>
            <a:pPr algn="l"/>
            <a:r>
              <a:rPr lang="en-US" b="0" i="0" dirty="0">
                <a:solidFill>
                  <a:srgbClr val="222222"/>
                </a:solidFill>
                <a:effectLst/>
                <a:latin typeface="Open Sans" panose="020F0502020204030204" pitchFamily="34" charset="0"/>
              </a:rPr>
              <a:t>conductivity), Oxalate extractable Fe and Al.</a:t>
            </a:r>
          </a:p>
          <a:p>
            <a:pPr algn="l"/>
            <a:r>
              <a:rPr lang="en-US" b="0" i="0" dirty="0">
                <a:solidFill>
                  <a:srgbClr val="222222"/>
                </a:solidFill>
                <a:effectLst/>
                <a:latin typeface="Open Sans" panose="020F0502020204030204" pitchFamily="34" charset="0"/>
              </a:rPr>
              <a:t>Clay, silt, sand content and coarse fragments have been measured in</a:t>
            </a:r>
          </a:p>
          <a:p>
            <a:pPr algn="l"/>
            <a:r>
              <a:rPr lang="en-US" b="0" i="0" dirty="0">
                <a:solidFill>
                  <a:srgbClr val="222222"/>
                </a:solidFill>
                <a:effectLst/>
                <a:latin typeface="Open Sans" panose="020F0502020204030204" pitchFamily="34" charset="0"/>
              </a:rPr>
              <a:t>previous surveys (2015).</a:t>
            </a:r>
          </a:p>
          <a:p>
            <a:pPr algn="l"/>
            <a:r>
              <a:rPr lang="en-US" dirty="0">
                <a:solidFill>
                  <a:srgbClr val="222222"/>
                </a:solidFill>
                <a:latin typeface="Open Sans" panose="020F0502020204030204" pitchFamily="34" charset="0"/>
              </a:rPr>
              <a:t>Bulk density at different depths for a subset of locations (2018)</a:t>
            </a:r>
          </a:p>
          <a:p>
            <a:r>
              <a:rPr lang="en-US" b="0" i="0" dirty="0">
                <a:solidFill>
                  <a:srgbClr val="222222"/>
                </a:solidFill>
                <a:effectLst/>
                <a:latin typeface="Open Sans" panose="020F0502020204030204" pitchFamily="34" charset="0"/>
              </a:rPr>
              <a:t>Land cover and usage description.</a:t>
            </a:r>
          </a:p>
          <a:p>
            <a:pPr algn="l"/>
            <a:endParaRPr lang="en-US" dirty="0">
              <a:solidFill>
                <a:srgbClr val="222222"/>
              </a:solidFill>
              <a:latin typeface="Open Sans" panose="020F0502020204030204" pitchFamily="34" charset="0"/>
            </a:endParaRPr>
          </a:p>
          <a:p>
            <a:pPr algn="l"/>
            <a:endParaRPr lang="en-US" b="0" i="0" dirty="0">
              <a:solidFill>
                <a:srgbClr val="222222"/>
              </a:solidFill>
              <a:effectLst/>
              <a:latin typeface="Open Sans" panose="020F0502020204030204" pitchFamily="34" charset="0"/>
            </a:endParaRPr>
          </a:p>
        </p:txBody>
      </p:sp>
      <p:sp>
        <p:nvSpPr>
          <p:cNvPr id="4" name="Rectangle 3">
            <a:extLst>
              <a:ext uri="{FF2B5EF4-FFF2-40B4-BE49-F238E27FC236}">
                <a16:creationId xmlns:a16="http://schemas.microsoft.com/office/drawing/2014/main" id="{1433FD36-7D33-C409-AD21-E1320882C009}"/>
              </a:ext>
            </a:extLst>
          </p:cNvPr>
          <p:cNvSpPr/>
          <p:nvPr/>
        </p:nvSpPr>
        <p:spPr>
          <a:xfrm>
            <a:off x="146649" y="6366294"/>
            <a:ext cx="3027872" cy="284672"/>
          </a:xfrm>
          <a:prstGeom prst="rect">
            <a:avLst/>
          </a:prstGeom>
          <a:solidFill>
            <a:srgbClr val="728FA5"/>
          </a:solidFill>
          <a:ln>
            <a:solidFill>
              <a:srgbClr val="728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3649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48612-9AED-AE7C-964B-4E8BECA1FB4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A9C6BB1-225F-9A52-4E97-E2E747C2707B}"/>
              </a:ext>
            </a:extLst>
          </p:cNvPr>
          <p:cNvSpPr>
            <a:spLocks noGrp="1"/>
          </p:cNvSpPr>
          <p:nvPr>
            <p:ph type="title"/>
          </p:nvPr>
        </p:nvSpPr>
        <p:spPr/>
        <p:txBody>
          <a:bodyPr anchor="ctr"/>
          <a:lstStyle/>
          <a:p>
            <a:r>
              <a:rPr lang="it-IT" dirty="0" err="1"/>
              <a:t>Research</a:t>
            </a:r>
            <a:r>
              <a:rPr lang="it-IT" dirty="0"/>
              <a:t> </a:t>
            </a:r>
            <a:r>
              <a:rPr lang="it-IT" dirty="0" err="1"/>
              <a:t>Question</a:t>
            </a:r>
            <a:endParaRPr lang="it-IT" dirty="0"/>
          </a:p>
        </p:txBody>
      </p:sp>
      <p:sp>
        <p:nvSpPr>
          <p:cNvPr id="3" name="Segnaposto contenuto 2">
            <a:extLst>
              <a:ext uri="{FF2B5EF4-FFF2-40B4-BE49-F238E27FC236}">
                <a16:creationId xmlns:a16="http://schemas.microsoft.com/office/drawing/2014/main" id="{DB8FD3BC-AE5C-C8AA-2161-75703442AC71}"/>
              </a:ext>
            </a:extLst>
          </p:cNvPr>
          <p:cNvSpPr>
            <a:spLocks noGrp="1"/>
          </p:cNvSpPr>
          <p:nvPr>
            <p:ph idx="1"/>
          </p:nvPr>
        </p:nvSpPr>
        <p:spPr>
          <a:xfrm>
            <a:off x="457200" y="2639683"/>
            <a:ext cx="8323726" cy="3486480"/>
          </a:xfrm>
        </p:spPr>
        <p:txBody>
          <a:bodyPr/>
          <a:lstStyle/>
          <a:p>
            <a:r>
              <a:rPr lang="en-US" dirty="0"/>
              <a:t>Bulk density is important for understanding the physical, chemical, and biological soil properties. Its measurements are prone to random errors and are quite costly. For these reasons, we would like to be able to produce an estimate from other properties.</a:t>
            </a:r>
          </a:p>
          <a:p>
            <a:r>
              <a:rPr lang="en-US" dirty="0"/>
              <a:t>We have measurements for about 6000 points, the final aim is to estimate the value of bulk density for the other location points we have in the LUCAS grid.</a:t>
            </a:r>
          </a:p>
          <a:p>
            <a:endParaRPr lang="it-IT" dirty="0"/>
          </a:p>
        </p:txBody>
      </p:sp>
      <p:sp>
        <p:nvSpPr>
          <p:cNvPr id="4" name="TextBox 3">
            <a:extLst>
              <a:ext uri="{FF2B5EF4-FFF2-40B4-BE49-F238E27FC236}">
                <a16:creationId xmlns:a16="http://schemas.microsoft.com/office/drawing/2014/main" id="{6814AC2D-314B-70E0-34C5-BFDADA470686}"/>
              </a:ext>
            </a:extLst>
          </p:cNvPr>
          <p:cNvSpPr txBox="1"/>
          <p:nvPr/>
        </p:nvSpPr>
        <p:spPr>
          <a:xfrm>
            <a:off x="457200" y="1608631"/>
            <a:ext cx="8323726" cy="584775"/>
          </a:xfrm>
          <a:prstGeom prst="rect">
            <a:avLst/>
          </a:prstGeom>
          <a:noFill/>
        </p:spPr>
        <p:txBody>
          <a:bodyPr wrap="square" rtlCol="0">
            <a:spAutoFit/>
          </a:bodyPr>
          <a:lstStyle/>
          <a:p>
            <a:r>
              <a:rPr lang="en-US" sz="3200" b="1" dirty="0"/>
              <a:t>Soil bulk density assessment and prediction</a:t>
            </a:r>
          </a:p>
        </p:txBody>
      </p:sp>
      <p:sp>
        <p:nvSpPr>
          <p:cNvPr id="7" name="Rectangle 6">
            <a:extLst>
              <a:ext uri="{FF2B5EF4-FFF2-40B4-BE49-F238E27FC236}">
                <a16:creationId xmlns:a16="http://schemas.microsoft.com/office/drawing/2014/main" id="{73E913FF-AAD0-D2DD-C38F-C06BEFF40A57}"/>
              </a:ext>
            </a:extLst>
          </p:cNvPr>
          <p:cNvSpPr/>
          <p:nvPr/>
        </p:nvSpPr>
        <p:spPr>
          <a:xfrm>
            <a:off x="146649" y="6366294"/>
            <a:ext cx="3027872" cy="284672"/>
          </a:xfrm>
          <a:prstGeom prst="rect">
            <a:avLst/>
          </a:prstGeom>
          <a:solidFill>
            <a:srgbClr val="728FA5"/>
          </a:solidFill>
          <a:ln>
            <a:solidFill>
              <a:srgbClr val="728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8553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38215-227E-EDA9-5B5F-2501833D81B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7E15284-86A9-47F4-774F-DE4FE5EA6D50}"/>
              </a:ext>
            </a:extLst>
          </p:cNvPr>
          <p:cNvSpPr>
            <a:spLocks noGrp="1"/>
          </p:cNvSpPr>
          <p:nvPr>
            <p:ph type="title"/>
          </p:nvPr>
        </p:nvSpPr>
        <p:spPr/>
        <p:txBody>
          <a:bodyPr anchor="ctr"/>
          <a:lstStyle/>
          <a:p>
            <a:r>
              <a:rPr lang="it-IT" dirty="0" err="1"/>
              <a:t>Tentative</a:t>
            </a:r>
            <a:r>
              <a:rPr lang="it-IT" dirty="0"/>
              <a:t> Workflow</a:t>
            </a:r>
          </a:p>
        </p:txBody>
      </p:sp>
      <p:sp>
        <p:nvSpPr>
          <p:cNvPr id="3" name="Segnaposto contenuto 2">
            <a:extLst>
              <a:ext uri="{FF2B5EF4-FFF2-40B4-BE49-F238E27FC236}">
                <a16:creationId xmlns:a16="http://schemas.microsoft.com/office/drawing/2014/main" id="{4A6C1C0D-FA22-2347-B6CF-41A260D6EE3B}"/>
              </a:ext>
            </a:extLst>
          </p:cNvPr>
          <p:cNvSpPr>
            <a:spLocks noGrp="1"/>
          </p:cNvSpPr>
          <p:nvPr>
            <p:ph idx="1"/>
          </p:nvPr>
        </p:nvSpPr>
        <p:spPr>
          <a:xfrm>
            <a:off x="457200" y="1578634"/>
            <a:ext cx="8323726" cy="4547529"/>
          </a:xfrm>
        </p:spPr>
        <p:txBody>
          <a:bodyPr>
            <a:normAutofit/>
          </a:bodyPr>
          <a:lstStyle/>
          <a:p>
            <a:pPr marL="342900" indent="-342900">
              <a:lnSpc>
                <a:spcPct val="150000"/>
              </a:lnSpc>
              <a:buFont typeface="Arial" panose="020B0604020202020204" pitchFamily="34" charset="0"/>
              <a:buChar char="•"/>
            </a:pPr>
            <a:r>
              <a:rPr lang="en-US" sz="2000" b="1" dirty="0"/>
              <a:t>Exploratory</a:t>
            </a:r>
            <a:r>
              <a:rPr lang="it-IT" sz="2000" b="1" dirty="0"/>
              <a:t> Data Analysis</a:t>
            </a:r>
            <a:r>
              <a:rPr lang="it-IT" sz="2000" dirty="0"/>
              <a:t>: combine datasets, </a:t>
            </a:r>
            <a:r>
              <a:rPr lang="it-IT" sz="2000" dirty="0" err="1"/>
              <a:t>retrieve</a:t>
            </a:r>
            <a:r>
              <a:rPr lang="it-IT" sz="2000" dirty="0"/>
              <a:t> </a:t>
            </a:r>
            <a:r>
              <a:rPr lang="it-IT" sz="2000" dirty="0" err="1"/>
              <a:t>spatial</a:t>
            </a:r>
            <a:r>
              <a:rPr lang="it-IT" sz="2000" dirty="0"/>
              <a:t> location, deal with </a:t>
            </a:r>
            <a:r>
              <a:rPr lang="it-IT" sz="2000" dirty="0" err="1"/>
              <a:t>NAs</a:t>
            </a:r>
            <a:r>
              <a:rPr lang="it-IT" sz="2000" dirty="0"/>
              <a:t> and </a:t>
            </a:r>
            <a:r>
              <a:rPr lang="it-IT" sz="2000" dirty="0" err="1"/>
              <a:t>outliers</a:t>
            </a:r>
            <a:endParaRPr lang="it-IT" sz="2000" dirty="0"/>
          </a:p>
          <a:p>
            <a:pPr marL="342900" indent="-342900">
              <a:lnSpc>
                <a:spcPct val="150000"/>
              </a:lnSpc>
              <a:buFont typeface="Arial" panose="020B0604020202020204" pitchFamily="34" charset="0"/>
              <a:buChar char="•"/>
            </a:pPr>
            <a:r>
              <a:rPr lang="it-IT" sz="2000" b="1" dirty="0"/>
              <a:t>(M)ANOVA</a:t>
            </a:r>
            <a:r>
              <a:rPr lang="it-IT" sz="2000" dirty="0"/>
              <a:t>: study the </a:t>
            </a:r>
            <a:r>
              <a:rPr lang="it-IT" sz="2000" dirty="0" err="1"/>
              <a:t>differences</a:t>
            </a:r>
            <a:r>
              <a:rPr lang="it-IT" sz="2000" dirty="0"/>
              <a:t> </a:t>
            </a:r>
            <a:r>
              <a:rPr lang="it-IT" sz="2000" dirty="0" err="1"/>
              <a:t>among</a:t>
            </a:r>
            <a:r>
              <a:rPr lang="it-IT" sz="2000" dirty="0"/>
              <a:t> countries, </a:t>
            </a:r>
            <a:r>
              <a:rPr lang="it-IT" sz="2000" dirty="0" err="1"/>
              <a:t>land</a:t>
            </a:r>
            <a:r>
              <a:rPr lang="it-IT" sz="2000" dirty="0"/>
              <a:t> use and cover</a:t>
            </a:r>
          </a:p>
          <a:p>
            <a:pPr marL="342900" indent="-342900">
              <a:lnSpc>
                <a:spcPct val="150000"/>
              </a:lnSpc>
              <a:buFont typeface="Arial" panose="020B0604020202020204" pitchFamily="34" charset="0"/>
              <a:buChar char="•"/>
            </a:pPr>
            <a:r>
              <a:rPr lang="it-IT" sz="2000" b="1" dirty="0" err="1"/>
              <a:t>Regression</a:t>
            </a:r>
            <a:r>
              <a:rPr lang="it-IT" sz="2000" b="1" dirty="0"/>
              <a:t> models</a:t>
            </a:r>
            <a:r>
              <a:rPr lang="it-IT" sz="2000" dirty="0"/>
              <a:t>: </a:t>
            </a:r>
            <a:r>
              <a:rPr lang="it-IT" sz="2000" dirty="0" err="1"/>
              <a:t>fit</a:t>
            </a:r>
            <a:r>
              <a:rPr lang="it-IT" sz="2000" dirty="0"/>
              <a:t> and compare models with bulk </a:t>
            </a:r>
            <a:r>
              <a:rPr lang="it-IT" sz="2000" dirty="0" err="1"/>
              <a:t>density</a:t>
            </a:r>
            <a:r>
              <a:rPr lang="it-IT" sz="2000" dirty="0"/>
              <a:t> </a:t>
            </a:r>
            <a:r>
              <a:rPr lang="it-IT" sz="2000" dirty="0" err="1"/>
              <a:t>as</a:t>
            </a:r>
            <a:r>
              <a:rPr lang="it-IT" sz="2000" dirty="0"/>
              <a:t> the </a:t>
            </a:r>
            <a:r>
              <a:rPr lang="it-IT" sz="2000" dirty="0" err="1"/>
              <a:t>response</a:t>
            </a:r>
            <a:r>
              <a:rPr lang="it-IT" sz="2000" dirty="0"/>
              <a:t> </a:t>
            </a:r>
            <a:r>
              <a:rPr lang="it-IT" sz="2000" dirty="0" err="1"/>
              <a:t>variable</a:t>
            </a:r>
            <a:r>
              <a:rPr lang="it-IT" sz="2000"/>
              <a:t> </a:t>
            </a:r>
            <a:endParaRPr lang="it-IT" sz="2000" dirty="0"/>
          </a:p>
          <a:p>
            <a:pPr marL="342900" indent="-342900">
              <a:lnSpc>
                <a:spcPct val="150000"/>
              </a:lnSpc>
              <a:buFont typeface="Arial" panose="020B0604020202020204" pitchFamily="34" charset="0"/>
              <a:buChar char="•"/>
            </a:pPr>
            <a:r>
              <a:rPr lang="it-IT" sz="2000" b="1" dirty="0" err="1"/>
              <a:t>Prediction</a:t>
            </a:r>
            <a:r>
              <a:rPr lang="it-IT" sz="2000" dirty="0"/>
              <a:t>: </a:t>
            </a:r>
            <a:r>
              <a:rPr lang="it-IT" sz="2000" dirty="0" err="1"/>
              <a:t>predict</a:t>
            </a:r>
            <a:r>
              <a:rPr lang="it-IT" sz="2000" dirty="0"/>
              <a:t> the bulk </a:t>
            </a:r>
            <a:r>
              <a:rPr lang="it-IT" sz="2000" dirty="0" err="1"/>
              <a:t>density</a:t>
            </a:r>
            <a:r>
              <a:rPr lang="it-IT" sz="2000" dirty="0"/>
              <a:t> for the points </a:t>
            </a:r>
            <a:r>
              <a:rPr lang="it-IT" sz="2000" dirty="0" err="1"/>
              <a:t>we</a:t>
            </a:r>
            <a:r>
              <a:rPr lang="it-IT" sz="2000" dirty="0"/>
              <a:t> do </a:t>
            </a:r>
            <a:r>
              <a:rPr lang="it-IT" sz="2000" dirty="0" err="1"/>
              <a:t>not</a:t>
            </a:r>
            <a:r>
              <a:rPr lang="it-IT" sz="2000" dirty="0"/>
              <a:t> </a:t>
            </a:r>
            <a:r>
              <a:rPr lang="it-IT" sz="2000" dirty="0" err="1"/>
              <a:t>have</a:t>
            </a:r>
            <a:r>
              <a:rPr lang="it-IT" sz="2000" dirty="0"/>
              <a:t> an </a:t>
            </a:r>
            <a:r>
              <a:rPr lang="it-IT" sz="2000" dirty="0" err="1"/>
              <a:t>observed</a:t>
            </a:r>
            <a:r>
              <a:rPr lang="it-IT" sz="2000" dirty="0"/>
              <a:t> </a:t>
            </a:r>
            <a:r>
              <a:rPr lang="it-IT" sz="2000" dirty="0" err="1"/>
              <a:t>value</a:t>
            </a:r>
            <a:endParaRPr lang="it-IT" sz="2000" dirty="0"/>
          </a:p>
        </p:txBody>
      </p:sp>
      <p:sp>
        <p:nvSpPr>
          <p:cNvPr id="5" name="Rectangle 4">
            <a:extLst>
              <a:ext uri="{FF2B5EF4-FFF2-40B4-BE49-F238E27FC236}">
                <a16:creationId xmlns:a16="http://schemas.microsoft.com/office/drawing/2014/main" id="{3BE96186-DB0A-9FBC-FC67-FD439D256EF1}"/>
              </a:ext>
            </a:extLst>
          </p:cNvPr>
          <p:cNvSpPr/>
          <p:nvPr/>
        </p:nvSpPr>
        <p:spPr>
          <a:xfrm>
            <a:off x="146649" y="6366294"/>
            <a:ext cx="3027872" cy="284672"/>
          </a:xfrm>
          <a:prstGeom prst="rect">
            <a:avLst/>
          </a:prstGeom>
          <a:solidFill>
            <a:srgbClr val="728FA5"/>
          </a:solidFill>
          <a:ln>
            <a:solidFill>
              <a:srgbClr val="728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7773557"/>
      </p:ext>
    </p:extLst>
  </p:cSld>
  <p:clrMapOvr>
    <a:masterClrMapping/>
  </p:clrMapOvr>
</p:sld>
</file>

<file path=ppt/theme/theme1.xml><?xml version="1.0" encoding="utf-8"?>
<a:theme xmlns:a="http://schemas.openxmlformats.org/drawingml/2006/main" name="POLI">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POLI</Template>
  <TotalTime>0</TotalTime>
  <Words>335</Words>
  <Application>Microsoft Office PowerPoint</Application>
  <PresentationFormat>On-screen Show (4:3)</PresentationFormat>
  <Paragraphs>34</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Helvetica</vt:lpstr>
      <vt:lpstr>Open Sans</vt:lpstr>
      <vt:lpstr>Wingdings</vt:lpstr>
      <vt:lpstr>POLI</vt:lpstr>
      <vt:lpstr>Titolo presentazione sottotitolo</vt:lpstr>
      <vt:lpstr>Bulk Density Analysis of European Soil</vt:lpstr>
      <vt:lpstr>Firma convenzione  Politecnico di Milano e Veneranda Fabbrica del Duomo di Milano</vt:lpstr>
      <vt:lpstr>Dataset Description</vt:lpstr>
      <vt:lpstr>Research Question</vt:lpstr>
      <vt:lpstr>Tentative Workflow</vt:lpstr>
    </vt:vector>
  </TitlesOfParts>
  <Company>Area Servizi ICT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Mattia Brambilla</dc:creator>
  <cp:lastModifiedBy>Claudio Barbieri</cp:lastModifiedBy>
  <cp:revision>25</cp:revision>
  <dcterms:created xsi:type="dcterms:W3CDTF">2015-05-26T12:27:57Z</dcterms:created>
  <dcterms:modified xsi:type="dcterms:W3CDTF">2024-11-13T10:32:55Z</dcterms:modified>
</cp:coreProperties>
</file>