
<file path=[Content_Types].xml><?xml version="1.0" encoding="utf-8"?>
<Types xmlns="http://schemas.openxmlformats.org/package/2006/content-types">
  <Default Extension="emf" ContentType="image/x-emf"/>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61" r:id="rId2"/>
    <p:sldId id="256" r:id="rId3"/>
    <p:sldId id="260" r:id="rId4"/>
    <p:sldId id="257" r:id="rId5"/>
    <p:sldId id="262" r:id="rId6"/>
    <p:sldId id="263" r:id="rId7"/>
  </p:sldIdLst>
  <p:sldSz cx="9144000" cy="6858000" type="screen4x3"/>
  <p:notesSz cx="6858000" cy="9144000"/>
  <p:defaultTextStyle>
    <a:defPPr>
      <a:defRPr lang="it-IT"/>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728FA5"/>
  </p:clrMru>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6165" autoAdjust="0"/>
    <p:restoredTop sz="94660"/>
  </p:normalViewPr>
  <p:slideViewPr>
    <p:cSldViewPr snapToGrid="0" snapToObjects="1">
      <p:cViewPr varScale="1">
        <p:scale>
          <a:sx n="111" d="100"/>
          <a:sy n="111" d="100"/>
        </p:scale>
        <p:origin x="2160" y="96"/>
      </p:cViewPr>
      <p:guideLst>
        <p:guide orient="horz" pos="2160"/>
        <p:guide pos="2880"/>
      </p:guideLst>
    </p:cSldViewPr>
  </p:slideViewPr>
  <p:notesTextViewPr>
    <p:cViewPr>
      <p:scale>
        <a:sx n="100" d="100"/>
        <a:sy n="100" d="100"/>
      </p:scale>
      <p:origin x="0" y="0"/>
    </p:cViewPr>
  </p:notesTextViewPr>
  <p:sorterViewPr>
    <p:cViewPr>
      <p:scale>
        <a:sx n="100" d="100"/>
        <a:sy n="100" d="100"/>
      </p:scale>
      <p:origin x="0" y="0"/>
    </p:cViewPr>
  </p:sorter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tableStyles" Target="tableStyles.xml"/><Relationship Id="rId5" Type="http://schemas.openxmlformats.org/officeDocument/2006/relationships/slide" Target="slides/slide4.xml"/><Relationship Id="rId10"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a titolo">
    <p:spTree>
      <p:nvGrpSpPr>
        <p:cNvPr id="1" name=""/>
        <p:cNvGrpSpPr/>
        <p:nvPr/>
      </p:nvGrpSpPr>
      <p:grpSpPr>
        <a:xfrm>
          <a:off x="0" y="0"/>
          <a:ext cx="0" cy="0"/>
          <a:chOff x="0" y="0"/>
          <a:chExt cx="0" cy="0"/>
        </a:xfrm>
      </p:grpSpPr>
      <p:sp>
        <p:nvSpPr>
          <p:cNvPr id="168" name="Rettangolo 167"/>
          <p:cNvSpPr/>
          <p:nvPr userDrawn="1"/>
        </p:nvSpPr>
        <p:spPr>
          <a:xfrm>
            <a:off x="0" y="3832224"/>
            <a:ext cx="9144000" cy="3025775"/>
          </a:xfrm>
          <a:prstGeom prst="rect">
            <a:avLst/>
          </a:prstGeom>
          <a:solidFill>
            <a:srgbClr val="728F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it-IT"/>
          </a:p>
        </p:txBody>
      </p:sp>
      <p:grpSp>
        <p:nvGrpSpPr>
          <p:cNvPr id="169" name="Gruppo 168"/>
          <p:cNvGrpSpPr/>
          <p:nvPr userDrawn="1"/>
        </p:nvGrpSpPr>
        <p:grpSpPr>
          <a:xfrm>
            <a:off x="48007" y="3816351"/>
            <a:ext cx="9036647" cy="180000"/>
            <a:chOff x="1218340" y="275867"/>
            <a:chExt cx="17715122" cy="567843"/>
          </a:xfrm>
        </p:grpSpPr>
        <p:cxnSp>
          <p:nvCxnSpPr>
            <p:cNvPr id="170" name="Connettore 1 169"/>
            <p:cNvCxnSpPr/>
            <p:nvPr userDrawn="1"/>
          </p:nvCxnSpPr>
          <p:spPr>
            <a:xfrm>
              <a:off x="1218340" y="275867"/>
              <a:ext cx="0" cy="567843"/>
            </a:xfrm>
            <a:prstGeom prst="line">
              <a:avLst/>
            </a:prstGeom>
            <a:ln w="12700">
              <a:solidFill>
                <a:schemeClr val="bg1"/>
              </a:solidFill>
            </a:ln>
            <a:effectLst/>
          </p:spPr>
          <p:style>
            <a:lnRef idx="2">
              <a:schemeClr val="accent1"/>
            </a:lnRef>
            <a:fillRef idx="0">
              <a:schemeClr val="accent1"/>
            </a:fillRef>
            <a:effectRef idx="1">
              <a:schemeClr val="accent1"/>
            </a:effectRef>
            <a:fontRef idx="minor">
              <a:schemeClr val="tx1"/>
            </a:fontRef>
          </p:style>
        </p:cxnSp>
        <p:cxnSp>
          <p:nvCxnSpPr>
            <p:cNvPr id="171" name="Connettore 1 170"/>
            <p:cNvCxnSpPr/>
            <p:nvPr userDrawn="1"/>
          </p:nvCxnSpPr>
          <p:spPr>
            <a:xfrm>
              <a:off x="1367207" y="275867"/>
              <a:ext cx="0" cy="567843"/>
            </a:xfrm>
            <a:prstGeom prst="line">
              <a:avLst/>
            </a:prstGeom>
            <a:ln w="12700">
              <a:solidFill>
                <a:schemeClr val="bg1"/>
              </a:solidFill>
            </a:ln>
            <a:effectLst/>
          </p:spPr>
          <p:style>
            <a:lnRef idx="2">
              <a:schemeClr val="accent1"/>
            </a:lnRef>
            <a:fillRef idx="0">
              <a:schemeClr val="accent1"/>
            </a:fillRef>
            <a:effectRef idx="1">
              <a:schemeClr val="accent1"/>
            </a:effectRef>
            <a:fontRef idx="minor">
              <a:schemeClr val="tx1"/>
            </a:fontRef>
          </p:style>
        </p:cxnSp>
        <p:cxnSp>
          <p:nvCxnSpPr>
            <p:cNvPr id="172" name="Connettore 1 171"/>
            <p:cNvCxnSpPr/>
            <p:nvPr userDrawn="1"/>
          </p:nvCxnSpPr>
          <p:spPr>
            <a:xfrm>
              <a:off x="1516074" y="275867"/>
              <a:ext cx="0" cy="567843"/>
            </a:xfrm>
            <a:prstGeom prst="line">
              <a:avLst/>
            </a:prstGeom>
            <a:ln w="12700">
              <a:solidFill>
                <a:schemeClr val="bg1"/>
              </a:solidFill>
            </a:ln>
            <a:effectLst/>
          </p:spPr>
          <p:style>
            <a:lnRef idx="2">
              <a:schemeClr val="accent1"/>
            </a:lnRef>
            <a:fillRef idx="0">
              <a:schemeClr val="accent1"/>
            </a:fillRef>
            <a:effectRef idx="1">
              <a:schemeClr val="accent1"/>
            </a:effectRef>
            <a:fontRef idx="minor">
              <a:schemeClr val="tx1"/>
            </a:fontRef>
          </p:style>
        </p:cxnSp>
        <p:cxnSp>
          <p:nvCxnSpPr>
            <p:cNvPr id="173" name="Connettore 1 172"/>
            <p:cNvCxnSpPr/>
            <p:nvPr userDrawn="1"/>
          </p:nvCxnSpPr>
          <p:spPr>
            <a:xfrm>
              <a:off x="1664941" y="275867"/>
              <a:ext cx="0" cy="567843"/>
            </a:xfrm>
            <a:prstGeom prst="line">
              <a:avLst/>
            </a:prstGeom>
            <a:ln w="12700">
              <a:solidFill>
                <a:schemeClr val="bg1"/>
              </a:solidFill>
            </a:ln>
            <a:effectLst/>
          </p:spPr>
          <p:style>
            <a:lnRef idx="2">
              <a:schemeClr val="accent1"/>
            </a:lnRef>
            <a:fillRef idx="0">
              <a:schemeClr val="accent1"/>
            </a:fillRef>
            <a:effectRef idx="1">
              <a:schemeClr val="accent1"/>
            </a:effectRef>
            <a:fontRef idx="minor">
              <a:schemeClr val="tx1"/>
            </a:fontRef>
          </p:style>
        </p:cxnSp>
        <p:cxnSp>
          <p:nvCxnSpPr>
            <p:cNvPr id="174" name="Connettore 1 173"/>
            <p:cNvCxnSpPr/>
            <p:nvPr userDrawn="1"/>
          </p:nvCxnSpPr>
          <p:spPr>
            <a:xfrm>
              <a:off x="1813808" y="275867"/>
              <a:ext cx="0" cy="567843"/>
            </a:xfrm>
            <a:prstGeom prst="line">
              <a:avLst/>
            </a:prstGeom>
            <a:ln w="12700">
              <a:solidFill>
                <a:schemeClr val="bg1"/>
              </a:solidFill>
            </a:ln>
            <a:effectLst/>
          </p:spPr>
          <p:style>
            <a:lnRef idx="2">
              <a:schemeClr val="accent1"/>
            </a:lnRef>
            <a:fillRef idx="0">
              <a:schemeClr val="accent1"/>
            </a:fillRef>
            <a:effectRef idx="1">
              <a:schemeClr val="accent1"/>
            </a:effectRef>
            <a:fontRef idx="minor">
              <a:schemeClr val="tx1"/>
            </a:fontRef>
          </p:style>
        </p:cxnSp>
        <p:cxnSp>
          <p:nvCxnSpPr>
            <p:cNvPr id="175" name="Connettore 1 174"/>
            <p:cNvCxnSpPr/>
            <p:nvPr userDrawn="1"/>
          </p:nvCxnSpPr>
          <p:spPr>
            <a:xfrm>
              <a:off x="1962675" y="275867"/>
              <a:ext cx="0" cy="567843"/>
            </a:xfrm>
            <a:prstGeom prst="line">
              <a:avLst/>
            </a:prstGeom>
            <a:ln w="12700">
              <a:solidFill>
                <a:schemeClr val="bg1"/>
              </a:solidFill>
            </a:ln>
            <a:effectLst/>
          </p:spPr>
          <p:style>
            <a:lnRef idx="2">
              <a:schemeClr val="accent1"/>
            </a:lnRef>
            <a:fillRef idx="0">
              <a:schemeClr val="accent1"/>
            </a:fillRef>
            <a:effectRef idx="1">
              <a:schemeClr val="accent1"/>
            </a:effectRef>
            <a:fontRef idx="minor">
              <a:schemeClr val="tx1"/>
            </a:fontRef>
          </p:style>
        </p:cxnSp>
        <p:cxnSp>
          <p:nvCxnSpPr>
            <p:cNvPr id="176" name="Connettore 1 175"/>
            <p:cNvCxnSpPr/>
            <p:nvPr userDrawn="1"/>
          </p:nvCxnSpPr>
          <p:spPr>
            <a:xfrm>
              <a:off x="2111542" y="275867"/>
              <a:ext cx="0" cy="567843"/>
            </a:xfrm>
            <a:prstGeom prst="line">
              <a:avLst/>
            </a:prstGeom>
            <a:ln w="12700">
              <a:solidFill>
                <a:schemeClr val="bg1"/>
              </a:solidFill>
            </a:ln>
            <a:effectLst/>
          </p:spPr>
          <p:style>
            <a:lnRef idx="2">
              <a:schemeClr val="accent1"/>
            </a:lnRef>
            <a:fillRef idx="0">
              <a:schemeClr val="accent1"/>
            </a:fillRef>
            <a:effectRef idx="1">
              <a:schemeClr val="accent1"/>
            </a:effectRef>
            <a:fontRef idx="minor">
              <a:schemeClr val="tx1"/>
            </a:fontRef>
          </p:style>
        </p:cxnSp>
        <p:cxnSp>
          <p:nvCxnSpPr>
            <p:cNvPr id="177" name="Connettore 1 176"/>
            <p:cNvCxnSpPr/>
            <p:nvPr userDrawn="1"/>
          </p:nvCxnSpPr>
          <p:spPr>
            <a:xfrm>
              <a:off x="2260409" y="275867"/>
              <a:ext cx="0" cy="567843"/>
            </a:xfrm>
            <a:prstGeom prst="line">
              <a:avLst/>
            </a:prstGeom>
            <a:ln w="12700">
              <a:solidFill>
                <a:schemeClr val="bg1"/>
              </a:solidFill>
            </a:ln>
            <a:effectLst/>
          </p:spPr>
          <p:style>
            <a:lnRef idx="2">
              <a:schemeClr val="accent1"/>
            </a:lnRef>
            <a:fillRef idx="0">
              <a:schemeClr val="accent1"/>
            </a:fillRef>
            <a:effectRef idx="1">
              <a:schemeClr val="accent1"/>
            </a:effectRef>
            <a:fontRef idx="minor">
              <a:schemeClr val="tx1"/>
            </a:fontRef>
          </p:style>
        </p:cxnSp>
        <p:cxnSp>
          <p:nvCxnSpPr>
            <p:cNvPr id="178" name="Connettore 1 177"/>
            <p:cNvCxnSpPr/>
            <p:nvPr userDrawn="1"/>
          </p:nvCxnSpPr>
          <p:spPr>
            <a:xfrm>
              <a:off x="2409276" y="275867"/>
              <a:ext cx="0" cy="567843"/>
            </a:xfrm>
            <a:prstGeom prst="line">
              <a:avLst/>
            </a:prstGeom>
            <a:ln w="12700">
              <a:solidFill>
                <a:schemeClr val="bg1"/>
              </a:solidFill>
            </a:ln>
            <a:effectLst/>
          </p:spPr>
          <p:style>
            <a:lnRef idx="2">
              <a:schemeClr val="accent1"/>
            </a:lnRef>
            <a:fillRef idx="0">
              <a:schemeClr val="accent1"/>
            </a:fillRef>
            <a:effectRef idx="1">
              <a:schemeClr val="accent1"/>
            </a:effectRef>
            <a:fontRef idx="minor">
              <a:schemeClr val="tx1"/>
            </a:fontRef>
          </p:style>
        </p:cxnSp>
        <p:cxnSp>
          <p:nvCxnSpPr>
            <p:cNvPr id="179" name="Connettore 1 178"/>
            <p:cNvCxnSpPr/>
            <p:nvPr userDrawn="1"/>
          </p:nvCxnSpPr>
          <p:spPr>
            <a:xfrm>
              <a:off x="2558143" y="275867"/>
              <a:ext cx="0" cy="567843"/>
            </a:xfrm>
            <a:prstGeom prst="line">
              <a:avLst/>
            </a:prstGeom>
            <a:ln w="12700">
              <a:solidFill>
                <a:schemeClr val="bg1"/>
              </a:solidFill>
            </a:ln>
            <a:effectLst/>
          </p:spPr>
          <p:style>
            <a:lnRef idx="2">
              <a:schemeClr val="accent1"/>
            </a:lnRef>
            <a:fillRef idx="0">
              <a:schemeClr val="accent1"/>
            </a:fillRef>
            <a:effectRef idx="1">
              <a:schemeClr val="accent1"/>
            </a:effectRef>
            <a:fontRef idx="minor">
              <a:schemeClr val="tx1"/>
            </a:fontRef>
          </p:style>
        </p:cxnSp>
        <p:cxnSp>
          <p:nvCxnSpPr>
            <p:cNvPr id="180" name="Connettore 1 179"/>
            <p:cNvCxnSpPr/>
            <p:nvPr userDrawn="1"/>
          </p:nvCxnSpPr>
          <p:spPr>
            <a:xfrm>
              <a:off x="2707010" y="275867"/>
              <a:ext cx="0" cy="567843"/>
            </a:xfrm>
            <a:prstGeom prst="line">
              <a:avLst/>
            </a:prstGeom>
            <a:ln w="12700">
              <a:solidFill>
                <a:schemeClr val="bg1"/>
              </a:solidFill>
            </a:ln>
            <a:effectLst/>
          </p:spPr>
          <p:style>
            <a:lnRef idx="2">
              <a:schemeClr val="accent1"/>
            </a:lnRef>
            <a:fillRef idx="0">
              <a:schemeClr val="accent1"/>
            </a:fillRef>
            <a:effectRef idx="1">
              <a:schemeClr val="accent1"/>
            </a:effectRef>
            <a:fontRef idx="minor">
              <a:schemeClr val="tx1"/>
            </a:fontRef>
          </p:style>
        </p:cxnSp>
        <p:cxnSp>
          <p:nvCxnSpPr>
            <p:cNvPr id="181" name="Connettore 1 180"/>
            <p:cNvCxnSpPr/>
            <p:nvPr userDrawn="1"/>
          </p:nvCxnSpPr>
          <p:spPr>
            <a:xfrm>
              <a:off x="2855877" y="275867"/>
              <a:ext cx="0" cy="567843"/>
            </a:xfrm>
            <a:prstGeom prst="line">
              <a:avLst/>
            </a:prstGeom>
            <a:ln w="12700">
              <a:solidFill>
                <a:schemeClr val="bg1"/>
              </a:solidFill>
            </a:ln>
            <a:effectLst/>
          </p:spPr>
          <p:style>
            <a:lnRef idx="2">
              <a:schemeClr val="accent1"/>
            </a:lnRef>
            <a:fillRef idx="0">
              <a:schemeClr val="accent1"/>
            </a:fillRef>
            <a:effectRef idx="1">
              <a:schemeClr val="accent1"/>
            </a:effectRef>
            <a:fontRef idx="minor">
              <a:schemeClr val="tx1"/>
            </a:fontRef>
          </p:style>
        </p:cxnSp>
        <p:cxnSp>
          <p:nvCxnSpPr>
            <p:cNvPr id="182" name="Connettore 1 181"/>
            <p:cNvCxnSpPr/>
            <p:nvPr userDrawn="1"/>
          </p:nvCxnSpPr>
          <p:spPr>
            <a:xfrm>
              <a:off x="3004744" y="275867"/>
              <a:ext cx="0" cy="567843"/>
            </a:xfrm>
            <a:prstGeom prst="line">
              <a:avLst/>
            </a:prstGeom>
            <a:ln w="12700">
              <a:solidFill>
                <a:schemeClr val="bg1"/>
              </a:solidFill>
            </a:ln>
            <a:effectLst/>
          </p:spPr>
          <p:style>
            <a:lnRef idx="2">
              <a:schemeClr val="accent1"/>
            </a:lnRef>
            <a:fillRef idx="0">
              <a:schemeClr val="accent1"/>
            </a:fillRef>
            <a:effectRef idx="1">
              <a:schemeClr val="accent1"/>
            </a:effectRef>
            <a:fontRef idx="minor">
              <a:schemeClr val="tx1"/>
            </a:fontRef>
          </p:style>
        </p:cxnSp>
        <p:cxnSp>
          <p:nvCxnSpPr>
            <p:cNvPr id="183" name="Connettore 1 182"/>
            <p:cNvCxnSpPr/>
            <p:nvPr userDrawn="1"/>
          </p:nvCxnSpPr>
          <p:spPr>
            <a:xfrm>
              <a:off x="3153611" y="275867"/>
              <a:ext cx="0" cy="567843"/>
            </a:xfrm>
            <a:prstGeom prst="line">
              <a:avLst/>
            </a:prstGeom>
            <a:ln w="12700">
              <a:solidFill>
                <a:schemeClr val="bg1"/>
              </a:solidFill>
            </a:ln>
            <a:effectLst/>
          </p:spPr>
          <p:style>
            <a:lnRef idx="2">
              <a:schemeClr val="accent1"/>
            </a:lnRef>
            <a:fillRef idx="0">
              <a:schemeClr val="accent1"/>
            </a:fillRef>
            <a:effectRef idx="1">
              <a:schemeClr val="accent1"/>
            </a:effectRef>
            <a:fontRef idx="minor">
              <a:schemeClr val="tx1"/>
            </a:fontRef>
          </p:style>
        </p:cxnSp>
        <p:cxnSp>
          <p:nvCxnSpPr>
            <p:cNvPr id="184" name="Connettore 1 183"/>
            <p:cNvCxnSpPr/>
            <p:nvPr userDrawn="1"/>
          </p:nvCxnSpPr>
          <p:spPr>
            <a:xfrm>
              <a:off x="3302478" y="275867"/>
              <a:ext cx="0" cy="567843"/>
            </a:xfrm>
            <a:prstGeom prst="line">
              <a:avLst/>
            </a:prstGeom>
            <a:ln w="12700">
              <a:solidFill>
                <a:schemeClr val="bg1"/>
              </a:solidFill>
            </a:ln>
            <a:effectLst/>
          </p:spPr>
          <p:style>
            <a:lnRef idx="2">
              <a:schemeClr val="accent1"/>
            </a:lnRef>
            <a:fillRef idx="0">
              <a:schemeClr val="accent1"/>
            </a:fillRef>
            <a:effectRef idx="1">
              <a:schemeClr val="accent1"/>
            </a:effectRef>
            <a:fontRef idx="minor">
              <a:schemeClr val="tx1"/>
            </a:fontRef>
          </p:style>
        </p:cxnSp>
        <p:cxnSp>
          <p:nvCxnSpPr>
            <p:cNvPr id="185" name="Connettore 1 184"/>
            <p:cNvCxnSpPr/>
            <p:nvPr userDrawn="1"/>
          </p:nvCxnSpPr>
          <p:spPr>
            <a:xfrm>
              <a:off x="3451345" y="275867"/>
              <a:ext cx="0" cy="567843"/>
            </a:xfrm>
            <a:prstGeom prst="line">
              <a:avLst/>
            </a:prstGeom>
            <a:ln w="12700">
              <a:solidFill>
                <a:schemeClr val="bg1"/>
              </a:solidFill>
            </a:ln>
            <a:effectLst/>
          </p:spPr>
          <p:style>
            <a:lnRef idx="2">
              <a:schemeClr val="accent1"/>
            </a:lnRef>
            <a:fillRef idx="0">
              <a:schemeClr val="accent1"/>
            </a:fillRef>
            <a:effectRef idx="1">
              <a:schemeClr val="accent1"/>
            </a:effectRef>
            <a:fontRef idx="minor">
              <a:schemeClr val="tx1"/>
            </a:fontRef>
          </p:style>
        </p:cxnSp>
        <p:cxnSp>
          <p:nvCxnSpPr>
            <p:cNvPr id="186" name="Connettore 1 185"/>
            <p:cNvCxnSpPr/>
            <p:nvPr userDrawn="1"/>
          </p:nvCxnSpPr>
          <p:spPr>
            <a:xfrm>
              <a:off x="3600212" y="275867"/>
              <a:ext cx="0" cy="567843"/>
            </a:xfrm>
            <a:prstGeom prst="line">
              <a:avLst/>
            </a:prstGeom>
            <a:ln w="12700">
              <a:solidFill>
                <a:schemeClr val="bg1"/>
              </a:solidFill>
            </a:ln>
            <a:effectLst/>
          </p:spPr>
          <p:style>
            <a:lnRef idx="2">
              <a:schemeClr val="accent1"/>
            </a:lnRef>
            <a:fillRef idx="0">
              <a:schemeClr val="accent1"/>
            </a:fillRef>
            <a:effectRef idx="1">
              <a:schemeClr val="accent1"/>
            </a:effectRef>
            <a:fontRef idx="minor">
              <a:schemeClr val="tx1"/>
            </a:fontRef>
          </p:style>
        </p:cxnSp>
        <p:cxnSp>
          <p:nvCxnSpPr>
            <p:cNvPr id="187" name="Connettore 1 186"/>
            <p:cNvCxnSpPr/>
            <p:nvPr userDrawn="1"/>
          </p:nvCxnSpPr>
          <p:spPr>
            <a:xfrm>
              <a:off x="3749079" y="275867"/>
              <a:ext cx="0" cy="567843"/>
            </a:xfrm>
            <a:prstGeom prst="line">
              <a:avLst/>
            </a:prstGeom>
            <a:ln w="12700">
              <a:solidFill>
                <a:schemeClr val="bg1"/>
              </a:solidFill>
            </a:ln>
            <a:effectLst/>
          </p:spPr>
          <p:style>
            <a:lnRef idx="2">
              <a:schemeClr val="accent1"/>
            </a:lnRef>
            <a:fillRef idx="0">
              <a:schemeClr val="accent1"/>
            </a:fillRef>
            <a:effectRef idx="1">
              <a:schemeClr val="accent1"/>
            </a:effectRef>
            <a:fontRef idx="minor">
              <a:schemeClr val="tx1"/>
            </a:fontRef>
          </p:style>
        </p:cxnSp>
        <p:cxnSp>
          <p:nvCxnSpPr>
            <p:cNvPr id="188" name="Connettore 1 187"/>
            <p:cNvCxnSpPr/>
            <p:nvPr userDrawn="1"/>
          </p:nvCxnSpPr>
          <p:spPr>
            <a:xfrm>
              <a:off x="3897946" y="275867"/>
              <a:ext cx="0" cy="567843"/>
            </a:xfrm>
            <a:prstGeom prst="line">
              <a:avLst/>
            </a:prstGeom>
            <a:ln w="12700">
              <a:solidFill>
                <a:schemeClr val="bg1"/>
              </a:solidFill>
            </a:ln>
            <a:effectLst/>
          </p:spPr>
          <p:style>
            <a:lnRef idx="2">
              <a:schemeClr val="accent1"/>
            </a:lnRef>
            <a:fillRef idx="0">
              <a:schemeClr val="accent1"/>
            </a:fillRef>
            <a:effectRef idx="1">
              <a:schemeClr val="accent1"/>
            </a:effectRef>
            <a:fontRef idx="minor">
              <a:schemeClr val="tx1"/>
            </a:fontRef>
          </p:style>
        </p:cxnSp>
        <p:cxnSp>
          <p:nvCxnSpPr>
            <p:cNvPr id="189" name="Connettore 1 188"/>
            <p:cNvCxnSpPr/>
            <p:nvPr userDrawn="1"/>
          </p:nvCxnSpPr>
          <p:spPr>
            <a:xfrm>
              <a:off x="4046813" y="275867"/>
              <a:ext cx="0" cy="567843"/>
            </a:xfrm>
            <a:prstGeom prst="line">
              <a:avLst/>
            </a:prstGeom>
            <a:ln w="12700">
              <a:solidFill>
                <a:schemeClr val="bg1"/>
              </a:solidFill>
            </a:ln>
            <a:effectLst/>
          </p:spPr>
          <p:style>
            <a:lnRef idx="2">
              <a:schemeClr val="accent1"/>
            </a:lnRef>
            <a:fillRef idx="0">
              <a:schemeClr val="accent1"/>
            </a:fillRef>
            <a:effectRef idx="1">
              <a:schemeClr val="accent1"/>
            </a:effectRef>
            <a:fontRef idx="minor">
              <a:schemeClr val="tx1"/>
            </a:fontRef>
          </p:style>
        </p:cxnSp>
        <p:cxnSp>
          <p:nvCxnSpPr>
            <p:cNvPr id="190" name="Connettore 1 189"/>
            <p:cNvCxnSpPr/>
            <p:nvPr userDrawn="1"/>
          </p:nvCxnSpPr>
          <p:spPr>
            <a:xfrm>
              <a:off x="4195680" y="275867"/>
              <a:ext cx="0" cy="567843"/>
            </a:xfrm>
            <a:prstGeom prst="line">
              <a:avLst/>
            </a:prstGeom>
            <a:ln w="12700">
              <a:solidFill>
                <a:schemeClr val="bg1"/>
              </a:solidFill>
            </a:ln>
            <a:effectLst/>
          </p:spPr>
          <p:style>
            <a:lnRef idx="2">
              <a:schemeClr val="accent1"/>
            </a:lnRef>
            <a:fillRef idx="0">
              <a:schemeClr val="accent1"/>
            </a:fillRef>
            <a:effectRef idx="1">
              <a:schemeClr val="accent1"/>
            </a:effectRef>
            <a:fontRef idx="minor">
              <a:schemeClr val="tx1"/>
            </a:fontRef>
          </p:style>
        </p:cxnSp>
        <p:cxnSp>
          <p:nvCxnSpPr>
            <p:cNvPr id="191" name="Connettore 1 190"/>
            <p:cNvCxnSpPr/>
            <p:nvPr userDrawn="1"/>
          </p:nvCxnSpPr>
          <p:spPr>
            <a:xfrm>
              <a:off x="4344547" y="275867"/>
              <a:ext cx="0" cy="567843"/>
            </a:xfrm>
            <a:prstGeom prst="line">
              <a:avLst/>
            </a:prstGeom>
            <a:ln w="12700">
              <a:solidFill>
                <a:schemeClr val="bg1"/>
              </a:solidFill>
            </a:ln>
            <a:effectLst/>
          </p:spPr>
          <p:style>
            <a:lnRef idx="2">
              <a:schemeClr val="accent1"/>
            </a:lnRef>
            <a:fillRef idx="0">
              <a:schemeClr val="accent1"/>
            </a:fillRef>
            <a:effectRef idx="1">
              <a:schemeClr val="accent1"/>
            </a:effectRef>
            <a:fontRef idx="minor">
              <a:schemeClr val="tx1"/>
            </a:fontRef>
          </p:style>
        </p:cxnSp>
        <p:cxnSp>
          <p:nvCxnSpPr>
            <p:cNvPr id="192" name="Connettore 1 191"/>
            <p:cNvCxnSpPr/>
            <p:nvPr userDrawn="1"/>
          </p:nvCxnSpPr>
          <p:spPr>
            <a:xfrm>
              <a:off x="4493414" y="275867"/>
              <a:ext cx="0" cy="567843"/>
            </a:xfrm>
            <a:prstGeom prst="line">
              <a:avLst/>
            </a:prstGeom>
            <a:ln w="12700">
              <a:solidFill>
                <a:schemeClr val="bg1"/>
              </a:solidFill>
            </a:ln>
            <a:effectLst/>
          </p:spPr>
          <p:style>
            <a:lnRef idx="2">
              <a:schemeClr val="accent1"/>
            </a:lnRef>
            <a:fillRef idx="0">
              <a:schemeClr val="accent1"/>
            </a:fillRef>
            <a:effectRef idx="1">
              <a:schemeClr val="accent1"/>
            </a:effectRef>
            <a:fontRef idx="minor">
              <a:schemeClr val="tx1"/>
            </a:fontRef>
          </p:style>
        </p:cxnSp>
        <p:cxnSp>
          <p:nvCxnSpPr>
            <p:cNvPr id="193" name="Connettore 1 192"/>
            <p:cNvCxnSpPr/>
            <p:nvPr userDrawn="1"/>
          </p:nvCxnSpPr>
          <p:spPr>
            <a:xfrm>
              <a:off x="4642281" y="275867"/>
              <a:ext cx="0" cy="567843"/>
            </a:xfrm>
            <a:prstGeom prst="line">
              <a:avLst/>
            </a:prstGeom>
            <a:ln w="12700">
              <a:solidFill>
                <a:schemeClr val="bg1"/>
              </a:solidFill>
            </a:ln>
            <a:effectLst/>
          </p:spPr>
          <p:style>
            <a:lnRef idx="2">
              <a:schemeClr val="accent1"/>
            </a:lnRef>
            <a:fillRef idx="0">
              <a:schemeClr val="accent1"/>
            </a:fillRef>
            <a:effectRef idx="1">
              <a:schemeClr val="accent1"/>
            </a:effectRef>
            <a:fontRef idx="minor">
              <a:schemeClr val="tx1"/>
            </a:fontRef>
          </p:style>
        </p:cxnSp>
        <p:cxnSp>
          <p:nvCxnSpPr>
            <p:cNvPr id="194" name="Connettore 1 193"/>
            <p:cNvCxnSpPr/>
            <p:nvPr userDrawn="1"/>
          </p:nvCxnSpPr>
          <p:spPr>
            <a:xfrm>
              <a:off x="4791148" y="275867"/>
              <a:ext cx="0" cy="567843"/>
            </a:xfrm>
            <a:prstGeom prst="line">
              <a:avLst/>
            </a:prstGeom>
            <a:ln w="12700">
              <a:solidFill>
                <a:schemeClr val="bg1"/>
              </a:solidFill>
            </a:ln>
            <a:effectLst/>
          </p:spPr>
          <p:style>
            <a:lnRef idx="2">
              <a:schemeClr val="accent1"/>
            </a:lnRef>
            <a:fillRef idx="0">
              <a:schemeClr val="accent1"/>
            </a:fillRef>
            <a:effectRef idx="1">
              <a:schemeClr val="accent1"/>
            </a:effectRef>
            <a:fontRef idx="minor">
              <a:schemeClr val="tx1"/>
            </a:fontRef>
          </p:style>
        </p:cxnSp>
        <p:cxnSp>
          <p:nvCxnSpPr>
            <p:cNvPr id="195" name="Connettore 1 194"/>
            <p:cNvCxnSpPr/>
            <p:nvPr userDrawn="1"/>
          </p:nvCxnSpPr>
          <p:spPr>
            <a:xfrm>
              <a:off x="4940015" y="275867"/>
              <a:ext cx="0" cy="567843"/>
            </a:xfrm>
            <a:prstGeom prst="line">
              <a:avLst/>
            </a:prstGeom>
            <a:ln w="12700">
              <a:solidFill>
                <a:schemeClr val="bg1"/>
              </a:solidFill>
            </a:ln>
            <a:effectLst/>
          </p:spPr>
          <p:style>
            <a:lnRef idx="2">
              <a:schemeClr val="accent1"/>
            </a:lnRef>
            <a:fillRef idx="0">
              <a:schemeClr val="accent1"/>
            </a:fillRef>
            <a:effectRef idx="1">
              <a:schemeClr val="accent1"/>
            </a:effectRef>
            <a:fontRef idx="minor">
              <a:schemeClr val="tx1"/>
            </a:fontRef>
          </p:style>
        </p:cxnSp>
        <p:cxnSp>
          <p:nvCxnSpPr>
            <p:cNvPr id="196" name="Connettore 1 195"/>
            <p:cNvCxnSpPr/>
            <p:nvPr userDrawn="1"/>
          </p:nvCxnSpPr>
          <p:spPr>
            <a:xfrm>
              <a:off x="5088882" y="275867"/>
              <a:ext cx="0" cy="567843"/>
            </a:xfrm>
            <a:prstGeom prst="line">
              <a:avLst/>
            </a:prstGeom>
            <a:ln w="12700">
              <a:solidFill>
                <a:schemeClr val="bg1"/>
              </a:solidFill>
            </a:ln>
            <a:effectLst/>
          </p:spPr>
          <p:style>
            <a:lnRef idx="2">
              <a:schemeClr val="accent1"/>
            </a:lnRef>
            <a:fillRef idx="0">
              <a:schemeClr val="accent1"/>
            </a:fillRef>
            <a:effectRef idx="1">
              <a:schemeClr val="accent1"/>
            </a:effectRef>
            <a:fontRef idx="minor">
              <a:schemeClr val="tx1"/>
            </a:fontRef>
          </p:style>
        </p:cxnSp>
        <p:cxnSp>
          <p:nvCxnSpPr>
            <p:cNvPr id="197" name="Connettore 1 196"/>
            <p:cNvCxnSpPr/>
            <p:nvPr userDrawn="1"/>
          </p:nvCxnSpPr>
          <p:spPr>
            <a:xfrm>
              <a:off x="5237749" y="275867"/>
              <a:ext cx="0" cy="567843"/>
            </a:xfrm>
            <a:prstGeom prst="line">
              <a:avLst/>
            </a:prstGeom>
            <a:ln w="12700">
              <a:solidFill>
                <a:schemeClr val="bg1"/>
              </a:solidFill>
            </a:ln>
            <a:effectLst/>
          </p:spPr>
          <p:style>
            <a:lnRef idx="2">
              <a:schemeClr val="accent1"/>
            </a:lnRef>
            <a:fillRef idx="0">
              <a:schemeClr val="accent1"/>
            </a:fillRef>
            <a:effectRef idx="1">
              <a:schemeClr val="accent1"/>
            </a:effectRef>
            <a:fontRef idx="minor">
              <a:schemeClr val="tx1"/>
            </a:fontRef>
          </p:style>
        </p:cxnSp>
        <p:cxnSp>
          <p:nvCxnSpPr>
            <p:cNvPr id="198" name="Connettore 1 197"/>
            <p:cNvCxnSpPr/>
            <p:nvPr userDrawn="1"/>
          </p:nvCxnSpPr>
          <p:spPr>
            <a:xfrm>
              <a:off x="5386616" y="275867"/>
              <a:ext cx="0" cy="567843"/>
            </a:xfrm>
            <a:prstGeom prst="line">
              <a:avLst/>
            </a:prstGeom>
            <a:ln w="12700">
              <a:solidFill>
                <a:schemeClr val="bg1"/>
              </a:solidFill>
            </a:ln>
            <a:effectLst/>
          </p:spPr>
          <p:style>
            <a:lnRef idx="2">
              <a:schemeClr val="accent1"/>
            </a:lnRef>
            <a:fillRef idx="0">
              <a:schemeClr val="accent1"/>
            </a:fillRef>
            <a:effectRef idx="1">
              <a:schemeClr val="accent1"/>
            </a:effectRef>
            <a:fontRef idx="minor">
              <a:schemeClr val="tx1"/>
            </a:fontRef>
          </p:style>
        </p:cxnSp>
        <p:cxnSp>
          <p:nvCxnSpPr>
            <p:cNvPr id="199" name="Connettore 1 198"/>
            <p:cNvCxnSpPr/>
            <p:nvPr userDrawn="1"/>
          </p:nvCxnSpPr>
          <p:spPr>
            <a:xfrm>
              <a:off x="5535483" y="275867"/>
              <a:ext cx="0" cy="567843"/>
            </a:xfrm>
            <a:prstGeom prst="line">
              <a:avLst/>
            </a:prstGeom>
            <a:ln w="12700">
              <a:solidFill>
                <a:schemeClr val="bg1"/>
              </a:solidFill>
            </a:ln>
            <a:effectLst/>
          </p:spPr>
          <p:style>
            <a:lnRef idx="2">
              <a:schemeClr val="accent1"/>
            </a:lnRef>
            <a:fillRef idx="0">
              <a:schemeClr val="accent1"/>
            </a:fillRef>
            <a:effectRef idx="1">
              <a:schemeClr val="accent1"/>
            </a:effectRef>
            <a:fontRef idx="minor">
              <a:schemeClr val="tx1"/>
            </a:fontRef>
          </p:style>
        </p:cxnSp>
        <p:cxnSp>
          <p:nvCxnSpPr>
            <p:cNvPr id="200" name="Connettore 1 199"/>
            <p:cNvCxnSpPr/>
            <p:nvPr userDrawn="1"/>
          </p:nvCxnSpPr>
          <p:spPr>
            <a:xfrm>
              <a:off x="5684350" y="275867"/>
              <a:ext cx="0" cy="567843"/>
            </a:xfrm>
            <a:prstGeom prst="line">
              <a:avLst/>
            </a:prstGeom>
            <a:ln w="12700">
              <a:solidFill>
                <a:schemeClr val="bg1"/>
              </a:solidFill>
            </a:ln>
            <a:effectLst/>
          </p:spPr>
          <p:style>
            <a:lnRef idx="2">
              <a:schemeClr val="accent1"/>
            </a:lnRef>
            <a:fillRef idx="0">
              <a:schemeClr val="accent1"/>
            </a:fillRef>
            <a:effectRef idx="1">
              <a:schemeClr val="accent1"/>
            </a:effectRef>
            <a:fontRef idx="minor">
              <a:schemeClr val="tx1"/>
            </a:fontRef>
          </p:style>
        </p:cxnSp>
        <p:cxnSp>
          <p:nvCxnSpPr>
            <p:cNvPr id="201" name="Connettore 1 200"/>
            <p:cNvCxnSpPr/>
            <p:nvPr userDrawn="1"/>
          </p:nvCxnSpPr>
          <p:spPr>
            <a:xfrm>
              <a:off x="5833217" y="275867"/>
              <a:ext cx="0" cy="567843"/>
            </a:xfrm>
            <a:prstGeom prst="line">
              <a:avLst/>
            </a:prstGeom>
            <a:ln w="12700">
              <a:solidFill>
                <a:schemeClr val="bg1"/>
              </a:solidFill>
            </a:ln>
            <a:effectLst/>
          </p:spPr>
          <p:style>
            <a:lnRef idx="2">
              <a:schemeClr val="accent1"/>
            </a:lnRef>
            <a:fillRef idx="0">
              <a:schemeClr val="accent1"/>
            </a:fillRef>
            <a:effectRef idx="1">
              <a:schemeClr val="accent1"/>
            </a:effectRef>
            <a:fontRef idx="minor">
              <a:schemeClr val="tx1"/>
            </a:fontRef>
          </p:style>
        </p:cxnSp>
        <p:cxnSp>
          <p:nvCxnSpPr>
            <p:cNvPr id="202" name="Connettore 1 201"/>
            <p:cNvCxnSpPr/>
            <p:nvPr userDrawn="1"/>
          </p:nvCxnSpPr>
          <p:spPr>
            <a:xfrm>
              <a:off x="5982084" y="275867"/>
              <a:ext cx="0" cy="567843"/>
            </a:xfrm>
            <a:prstGeom prst="line">
              <a:avLst/>
            </a:prstGeom>
            <a:ln w="12700">
              <a:solidFill>
                <a:schemeClr val="bg1"/>
              </a:solidFill>
            </a:ln>
            <a:effectLst/>
          </p:spPr>
          <p:style>
            <a:lnRef idx="2">
              <a:schemeClr val="accent1"/>
            </a:lnRef>
            <a:fillRef idx="0">
              <a:schemeClr val="accent1"/>
            </a:fillRef>
            <a:effectRef idx="1">
              <a:schemeClr val="accent1"/>
            </a:effectRef>
            <a:fontRef idx="minor">
              <a:schemeClr val="tx1"/>
            </a:fontRef>
          </p:style>
        </p:cxnSp>
        <p:cxnSp>
          <p:nvCxnSpPr>
            <p:cNvPr id="203" name="Connettore 1 202"/>
            <p:cNvCxnSpPr/>
            <p:nvPr userDrawn="1"/>
          </p:nvCxnSpPr>
          <p:spPr>
            <a:xfrm>
              <a:off x="6130951" y="275867"/>
              <a:ext cx="0" cy="567843"/>
            </a:xfrm>
            <a:prstGeom prst="line">
              <a:avLst/>
            </a:prstGeom>
            <a:ln w="12700">
              <a:solidFill>
                <a:schemeClr val="bg1"/>
              </a:solidFill>
            </a:ln>
            <a:effectLst/>
          </p:spPr>
          <p:style>
            <a:lnRef idx="2">
              <a:schemeClr val="accent1"/>
            </a:lnRef>
            <a:fillRef idx="0">
              <a:schemeClr val="accent1"/>
            </a:fillRef>
            <a:effectRef idx="1">
              <a:schemeClr val="accent1"/>
            </a:effectRef>
            <a:fontRef idx="minor">
              <a:schemeClr val="tx1"/>
            </a:fontRef>
          </p:style>
        </p:cxnSp>
        <p:cxnSp>
          <p:nvCxnSpPr>
            <p:cNvPr id="204" name="Connettore 1 203"/>
            <p:cNvCxnSpPr/>
            <p:nvPr userDrawn="1"/>
          </p:nvCxnSpPr>
          <p:spPr>
            <a:xfrm>
              <a:off x="6279818" y="275867"/>
              <a:ext cx="0" cy="567843"/>
            </a:xfrm>
            <a:prstGeom prst="line">
              <a:avLst/>
            </a:prstGeom>
            <a:ln w="12700">
              <a:solidFill>
                <a:schemeClr val="bg1"/>
              </a:solidFill>
            </a:ln>
            <a:effectLst/>
          </p:spPr>
          <p:style>
            <a:lnRef idx="2">
              <a:schemeClr val="accent1"/>
            </a:lnRef>
            <a:fillRef idx="0">
              <a:schemeClr val="accent1"/>
            </a:fillRef>
            <a:effectRef idx="1">
              <a:schemeClr val="accent1"/>
            </a:effectRef>
            <a:fontRef idx="minor">
              <a:schemeClr val="tx1"/>
            </a:fontRef>
          </p:style>
        </p:cxnSp>
        <p:cxnSp>
          <p:nvCxnSpPr>
            <p:cNvPr id="205" name="Connettore 1 204"/>
            <p:cNvCxnSpPr/>
            <p:nvPr userDrawn="1"/>
          </p:nvCxnSpPr>
          <p:spPr>
            <a:xfrm>
              <a:off x="6428685" y="275867"/>
              <a:ext cx="0" cy="567843"/>
            </a:xfrm>
            <a:prstGeom prst="line">
              <a:avLst/>
            </a:prstGeom>
            <a:ln w="12700">
              <a:solidFill>
                <a:schemeClr val="bg1"/>
              </a:solidFill>
            </a:ln>
            <a:effectLst/>
          </p:spPr>
          <p:style>
            <a:lnRef idx="2">
              <a:schemeClr val="accent1"/>
            </a:lnRef>
            <a:fillRef idx="0">
              <a:schemeClr val="accent1"/>
            </a:fillRef>
            <a:effectRef idx="1">
              <a:schemeClr val="accent1"/>
            </a:effectRef>
            <a:fontRef idx="minor">
              <a:schemeClr val="tx1"/>
            </a:fontRef>
          </p:style>
        </p:cxnSp>
        <p:cxnSp>
          <p:nvCxnSpPr>
            <p:cNvPr id="206" name="Connettore 1 205"/>
            <p:cNvCxnSpPr/>
            <p:nvPr userDrawn="1"/>
          </p:nvCxnSpPr>
          <p:spPr>
            <a:xfrm>
              <a:off x="6577552" y="275867"/>
              <a:ext cx="0" cy="567843"/>
            </a:xfrm>
            <a:prstGeom prst="line">
              <a:avLst/>
            </a:prstGeom>
            <a:ln w="12700">
              <a:solidFill>
                <a:schemeClr val="bg1"/>
              </a:solidFill>
            </a:ln>
            <a:effectLst/>
          </p:spPr>
          <p:style>
            <a:lnRef idx="2">
              <a:schemeClr val="accent1"/>
            </a:lnRef>
            <a:fillRef idx="0">
              <a:schemeClr val="accent1"/>
            </a:fillRef>
            <a:effectRef idx="1">
              <a:schemeClr val="accent1"/>
            </a:effectRef>
            <a:fontRef idx="minor">
              <a:schemeClr val="tx1"/>
            </a:fontRef>
          </p:style>
        </p:cxnSp>
        <p:cxnSp>
          <p:nvCxnSpPr>
            <p:cNvPr id="207" name="Connettore 1 206"/>
            <p:cNvCxnSpPr/>
            <p:nvPr userDrawn="1"/>
          </p:nvCxnSpPr>
          <p:spPr>
            <a:xfrm>
              <a:off x="6726419" y="275867"/>
              <a:ext cx="0" cy="567843"/>
            </a:xfrm>
            <a:prstGeom prst="line">
              <a:avLst/>
            </a:prstGeom>
            <a:ln w="12700">
              <a:solidFill>
                <a:schemeClr val="bg1"/>
              </a:solidFill>
            </a:ln>
            <a:effectLst/>
          </p:spPr>
          <p:style>
            <a:lnRef idx="2">
              <a:schemeClr val="accent1"/>
            </a:lnRef>
            <a:fillRef idx="0">
              <a:schemeClr val="accent1"/>
            </a:fillRef>
            <a:effectRef idx="1">
              <a:schemeClr val="accent1"/>
            </a:effectRef>
            <a:fontRef idx="minor">
              <a:schemeClr val="tx1"/>
            </a:fontRef>
          </p:style>
        </p:cxnSp>
        <p:cxnSp>
          <p:nvCxnSpPr>
            <p:cNvPr id="208" name="Connettore 1 207"/>
            <p:cNvCxnSpPr/>
            <p:nvPr userDrawn="1"/>
          </p:nvCxnSpPr>
          <p:spPr>
            <a:xfrm>
              <a:off x="6875286" y="275867"/>
              <a:ext cx="0" cy="567843"/>
            </a:xfrm>
            <a:prstGeom prst="line">
              <a:avLst/>
            </a:prstGeom>
            <a:ln w="12700">
              <a:solidFill>
                <a:schemeClr val="bg1"/>
              </a:solidFill>
            </a:ln>
            <a:effectLst/>
          </p:spPr>
          <p:style>
            <a:lnRef idx="2">
              <a:schemeClr val="accent1"/>
            </a:lnRef>
            <a:fillRef idx="0">
              <a:schemeClr val="accent1"/>
            </a:fillRef>
            <a:effectRef idx="1">
              <a:schemeClr val="accent1"/>
            </a:effectRef>
            <a:fontRef idx="minor">
              <a:schemeClr val="tx1"/>
            </a:fontRef>
          </p:style>
        </p:cxnSp>
        <p:cxnSp>
          <p:nvCxnSpPr>
            <p:cNvPr id="209" name="Connettore 1 208"/>
            <p:cNvCxnSpPr/>
            <p:nvPr userDrawn="1"/>
          </p:nvCxnSpPr>
          <p:spPr>
            <a:xfrm>
              <a:off x="7024153" y="275867"/>
              <a:ext cx="0" cy="567843"/>
            </a:xfrm>
            <a:prstGeom prst="line">
              <a:avLst/>
            </a:prstGeom>
            <a:ln w="12700">
              <a:solidFill>
                <a:schemeClr val="bg1"/>
              </a:solidFill>
            </a:ln>
            <a:effectLst/>
          </p:spPr>
          <p:style>
            <a:lnRef idx="2">
              <a:schemeClr val="accent1"/>
            </a:lnRef>
            <a:fillRef idx="0">
              <a:schemeClr val="accent1"/>
            </a:fillRef>
            <a:effectRef idx="1">
              <a:schemeClr val="accent1"/>
            </a:effectRef>
            <a:fontRef idx="minor">
              <a:schemeClr val="tx1"/>
            </a:fontRef>
          </p:style>
        </p:cxnSp>
        <p:cxnSp>
          <p:nvCxnSpPr>
            <p:cNvPr id="210" name="Connettore 1 209"/>
            <p:cNvCxnSpPr/>
            <p:nvPr userDrawn="1"/>
          </p:nvCxnSpPr>
          <p:spPr>
            <a:xfrm>
              <a:off x="7173020" y="275867"/>
              <a:ext cx="0" cy="567843"/>
            </a:xfrm>
            <a:prstGeom prst="line">
              <a:avLst/>
            </a:prstGeom>
            <a:ln w="12700">
              <a:solidFill>
                <a:schemeClr val="bg1"/>
              </a:solidFill>
            </a:ln>
            <a:effectLst/>
          </p:spPr>
          <p:style>
            <a:lnRef idx="2">
              <a:schemeClr val="accent1"/>
            </a:lnRef>
            <a:fillRef idx="0">
              <a:schemeClr val="accent1"/>
            </a:fillRef>
            <a:effectRef idx="1">
              <a:schemeClr val="accent1"/>
            </a:effectRef>
            <a:fontRef idx="minor">
              <a:schemeClr val="tx1"/>
            </a:fontRef>
          </p:style>
        </p:cxnSp>
        <p:cxnSp>
          <p:nvCxnSpPr>
            <p:cNvPr id="211" name="Connettore 1 210"/>
            <p:cNvCxnSpPr/>
            <p:nvPr userDrawn="1"/>
          </p:nvCxnSpPr>
          <p:spPr>
            <a:xfrm>
              <a:off x="7321887" y="275867"/>
              <a:ext cx="0" cy="567843"/>
            </a:xfrm>
            <a:prstGeom prst="line">
              <a:avLst/>
            </a:prstGeom>
            <a:ln w="12700">
              <a:solidFill>
                <a:schemeClr val="bg1"/>
              </a:solidFill>
            </a:ln>
            <a:effectLst/>
          </p:spPr>
          <p:style>
            <a:lnRef idx="2">
              <a:schemeClr val="accent1"/>
            </a:lnRef>
            <a:fillRef idx="0">
              <a:schemeClr val="accent1"/>
            </a:fillRef>
            <a:effectRef idx="1">
              <a:schemeClr val="accent1"/>
            </a:effectRef>
            <a:fontRef idx="minor">
              <a:schemeClr val="tx1"/>
            </a:fontRef>
          </p:style>
        </p:cxnSp>
        <p:cxnSp>
          <p:nvCxnSpPr>
            <p:cNvPr id="212" name="Connettore 1 211"/>
            <p:cNvCxnSpPr/>
            <p:nvPr userDrawn="1"/>
          </p:nvCxnSpPr>
          <p:spPr>
            <a:xfrm>
              <a:off x="7470754" y="275867"/>
              <a:ext cx="0" cy="567843"/>
            </a:xfrm>
            <a:prstGeom prst="line">
              <a:avLst/>
            </a:prstGeom>
            <a:ln w="12700">
              <a:solidFill>
                <a:schemeClr val="bg1"/>
              </a:solidFill>
            </a:ln>
            <a:effectLst/>
          </p:spPr>
          <p:style>
            <a:lnRef idx="2">
              <a:schemeClr val="accent1"/>
            </a:lnRef>
            <a:fillRef idx="0">
              <a:schemeClr val="accent1"/>
            </a:fillRef>
            <a:effectRef idx="1">
              <a:schemeClr val="accent1"/>
            </a:effectRef>
            <a:fontRef idx="minor">
              <a:schemeClr val="tx1"/>
            </a:fontRef>
          </p:style>
        </p:cxnSp>
        <p:cxnSp>
          <p:nvCxnSpPr>
            <p:cNvPr id="213" name="Connettore 1 212"/>
            <p:cNvCxnSpPr/>
            <p:nvPr userDrawn="1"/>
          </p:nvCxnSpPr>
          <p:spPr>
            <a:xfrm>
              <a:off x="7619621" y="275867"/>
              <a:ext cx="0" cy="567843"/>
            </a:xfrm>
            <a:prstGeom prst="line">
              <a:avLst/>
            </a:prstGeom>
            <a:ln w="12700">
              <a:solidFill>
                <a:schemeClr val="bg1"/>
              </a:solidFill>
            </a:ln>
            <a:effectLst/>
          </p:spPr>
          <p:style>
            <a:lnRef idx="2">
              <a:schemeClr val="accent1"/>
            </a:lnRef>
            <a:fillRef idx="0">
              <a:schemeClr val="accent1"/>
            </a:fillRef>
            <a:effectRef idx="1">
              <a:schemeClr val="accent1"/>
            </a:effectRef>
            <a:fontRef idx="minor">
              <a:schemeClr val="tx1"/>
            </a:fontRef>
          </p:style>
        </p:cxnSp>
        <p:cxnSp>
          <p:nvCxnSpPr>
            <p:cNvPr id="214" name="Connettore 1 213"/>
            <p:cNvCxnSpPr/>
            <p:nvPr userDrawn="1"/>
          </p:nvCxnSpPr>
          <p:spPr>
            <a:xfrm>
              <a:off x="7768488" y="275867"/>
              <a:ext cx="0" cy="567843"/>
            </a:xfrm>
            <a:prstGeom prst="line">
              <a:avLst/>
            </a:prstGeom>
            <a:ln w="12700">
              <a:solidFill>
                <a:schemeClr val="bg1"/>
              </a:solidFill>
            </a:ln>
            <a:effectLst/>
          </p:spPr>
          <p:style>
            <a:lnRef idx="2">
              <a:schemeClr val="accent1"/>
            </a:lnRef>
            <a:fillRef idx="0">
              <a:schemeClr val="accent1"/>
            </a:fillRef>
            <a:effectRef idx="1">
              <a:schemeClr val="accent1"/>
            </a:effectRef>
            <a:fontRef idx="minor">
              <a:schemeClr val="tx1"/>
            </a:fontRef>
          </p:style>
        </p:cxnSp>
        <p:cxnSp>
          <p:nvCxnSpPr>
            <p:cNvPr id="215" name="Connettore 1 214"/>
            <p:cNvCxnSpPr/>
            <p:nvPr userDrawn="1"/>
          </p:nvCxnSpPr>
          <p:spPr>
            <a:xfrm>
              <a:off x="7917355" y="275867"/>
              <a:ext cx="0" cy="567843"/>
            </a:xfrm>
            <a:prstGeom prst="line">
              <a:avLst/>
            </a:prstGeom>
            <a:ln w="12700">
              <a:solidFill>
                <a:schemeClr val="bg1"/>
              </a:solidFill>
            </a:ln>
            <a:effectLst/>
          </p:spPr>
          <p:style>
            <a:lnRef idx="2">
              <a:schemeClr val="accent1"/>
            </a:lnRef>
            <a:fillRef idx="0">
              <a:schemeClr val="accent1"/>
            </a:fillRef>
            <a:effectRef idx="1">
              <a:schemeClr val="accent1"/>
            </a:effectRef>
            <a:fontRef idx="minor">
              <a:schemeClr val="tx1"/>
            </a:fontRef>
          </p:style>
        </p:cxnSp>
        <p:cxnSp>
          <p:nvCxnSpPr>
            <p:cNvPr id="216" name="Connettore 1 215"/>
            <p:cNvCxnSpPr/>
            <p:nvPr userDrawn="1"/>
          </p:nvCxnSpPr>
          <p:spPr>
            <a:xfrm>
              <a:off x="8066222" y="275867"/>
              <a:ext cx="0" cy="567843"/>
            </a:xfrm>
            <a:prstGeom prst="line">
              <a:avLst/>
            </a:prstGeom>
            <a:ln w="12700">
              <a:solidFill>
                <a:schemeClr val="bg1"/>
              </a:solidFill>
            </a:ln>
            <a:effectLst/>
          </p:spPr>
          <p:style>
            <a:lnRef idx="2">
              <a:schemeClr val="accent1"/>
            </a:lnRef>
            <a:fillRef idx="0">
              <a:schemeClr val="accent1"/>
            </a:fillRef>
            <a:effectRef idx="1">
              <a:schemeClr val="accent1"/>
            </a:effectRef>
            <a:fontRef idx="minor">
              <a:schemeClr val="tx1"/>
            </a:fontRef>
          </p:style>
        </p:cxnSp>
        <p:cxnSp>
          <p:nvCxnSpPr>
            <p:cNvPr id="217" name="Connettore 1 216"/>
            <p:cNvCxnSpPr/>
            <p:nvPr userDrawn="1"/>
          </p:nvCxnSpPr>
          <p:spPr>
            <a:xfrm>
              <a:off x="8215089" y="275867"/>
              <a:ext cx="0" cy="567843"/>
            </a:xfrm>
            <a:prstGeom prst="line">
              <a:avLst/>
            </a:prstGeom>
            <a:ln w="12700">
              <a:solidFill>
                <a:schemeClr val="bg1"/>
              </a:solidFill>
            </a:ln>
            <a:effectLst/>
          </p:spPr>
          <p:style>
            <a:lnRef idx="2">
              <a:schemeClr val="accent1"/>
            </a:lnRef>
            <a:fillRef idx="0">
              <a:schemeClr val="accent1"/>
            </a:fillRef>
            <a:effectRef idx="1">
              <a:schemeClr val="accent1"/>
            </a:effectRef>
            <a:fontRef idx="minor">
              <a:schemeClr val="tx1"/>
            </a:fontRef>
          </p:style>
        </p:cxnSp>
        <p:cxnSp>
          <p:nvCxnSpPr>
            <p:cNvPr id="218" name="Connettore 1 217"/>
            <p:cNvCxnSpPr/>
            <p:nvPr userDrawn="1"/>
          </p:nvCxnSpPr>
          <p:spPr>
            <a:xfrm>
              <a:off x="8363956" y="275867"/>
              <a:ext cx="0" cy="567843"/>
            </a:xfrm>
            <a:prstGeom prst="line">
              <a:avLst/>
            </a:prstGeom>
            <a:ln w="12700">
              <a:solidFill>
                <a:schemeClr val="bg1"/>
              </a:solidFill>
            </a:ln>
            <a:effectLst/>
          </p:spPr>
          <p:style>
            <a:lnRef idx="2">
              <a:schemeClr val="accent1"/>
            </a:lnRef>
            <a:fillRef idx="0">
              <a:schemeClr val="accent1"/>
            </a:fillRef>
            <a:effectRef idx="1">
              <a:schemeClr val="accent1"/>
            </a:effectRef>
            <a:fontRef idx="minor">
              <a:schemeClr val="tx1"/>
            </a:fontRef>
          </p:style>
        </p:cxnSp>
        <p:cxnSp>
          <p:nvCxnSpPr>
            <p:cNvPr id="219" name="Connettore 1 218"/>
            <p:cNvCxnSpPr/>
            <p:nvPr userDrawn="1"/>
          </p:nvCxnSpPr>
          <p:spPr>
            <a:xfrm>
              <a:off x="8512823" y="275867"/>
              <a:ext cx="0" cy="567843"/>
            </a:xfrm>
            <a:prstGeom prst="line">
              <a:avLst/>
            </a:prstGeom>
            <a:ln w="12700">
              <a:solidFill>
                <a:schemeClr val="bg1"/>
              </a:solidFill>
            </a:ln>
            <a:effectLst/>
          </p:spPr>
          <p:style>
            <a:lnRef idx="2">
              <a:schemeClr val="accent1"/>
            </a:lnRef>
            <a:fillRef idx="0">
              <a:schemeClr val="accent1"/>
            </a:fillRef>
            <a:effectRef idx="1">
              <a:schemeClr val="accent1"/>
            </a:effectRef>
            <a:fontRef idx="minor">
              <a:schemeClr val="tx1"/>
            </a:fontRef>
          </p:style>
        </p:cxnSp>
        <p:cxnSp>
          <p:nvCxnSpPr>
            <p:cNvPr id="220" name="Connettore 1 219"/>
            <p:cNvCxnSpPr/>
            <p:nvPr userDrawn="1"/>
          </p:nvCxnSpPr>
          <p:spPr>
            <a:xfrm>
              <a:off x="8661690" y="275867"/>
              <a:ext cx="0" cy="567843"/>
            </a:xfrm>
            <a:prstGeom prst="line">
              <a:avLst/>
            </a:prstGeom>
            <a:ln w="12700">
              <a:solidFill>
                <a:schemeClr val="bg1"/>
              </a:solidFill>
            </a:ln>
            <a:effectLst/>
          </p:spPr>
          <p:style>
            <a:lnRef idx="2">
              <a:schemeClr val="accent1"/>
            </a:lnRef>
            <a:fillRef idx="0">
              <a:schemeClr val="accent1"/>
            </a:fillRef>
            <a:effectRef idx="1">
              <a:schemeClr val="accent1"/>
            </a:effectRef>
            <a:fontRef idx="minor">
              <a:schemeClr val="tx1"/>
            </a:fontRef>
          </p:style>
        </p:cxnSp>
        <p:cxnSp>
          <p:nvCxnSpPr>
            <p:cNvPr id="221" name="Connettore 1 220"/>
            <p:cNvCxnSpPr/>
            <p:nvPr userDrawn="1"/>
          </p:nvCxnSpPr>
          <p:spPr>
            <a:xfrm>
              <a:off x="8810557" y="275867"/>
              <a:ext cx="0" cy="567843"/>
            </a:xfrm>
            <a:prstGeom prst="line">
              <a:avLst/>
            </a:prstGeom>
            <a:ln w="12700">
              <a:solidFill>
                <a:schemeClr val="bg1"/>
              </a:solidFill>
            </a:ln>
            <a:effectLst/>
          </p:spPr>
          <p:style>
            <a:lnRef idx="2">
              <a:schemeClr val="accent1"/>
            </a:lnRef>
            <a:fillRef idx="0">
              <a:schemeClr val="accent1"/>
            </a:fillRef>
            <a:effectRef idx="1">
              <a:schemeClr val="accent1"/>
            </a:effectRef>
            <a:fontRef idx="minor">
              <a:schemeClr val="tx1"/>
            </a:fontRef>
          </p:style>
        </p:cxnSp>
        <p:cxnSp>
          <p:nvCxnSpPr>
            <p:cNvPr id="222" name="Connettore 1 221"/>
            <p:cNvCxnSpPr/>
            <p:nvPr userDrawn="1"/>
          </p:nvCxnSpPr>
          <p:spPr>
            <a:xfrm>
              <a:off x="8959424" y="275867"/>
              <a:ext cx="0" cy="567843"/>
            </a:xfrm>
            <a:prstGeom prst="line">
              <a:avLst/>
            </a:prstGeom>
            <a:ln w="12700">
              <a:solidFill>
                <a:schemeClr val="bg1"/>
              </a:solidFill>
            </a:ln>
            <a:effectLst/>
          </p:spPr>
          <p:style>
            <a:lnRef idx="2">
              <a:schemeClr val="accent1"/>
            </a:lnRef>
            <a:fillRef idx="0">
              <a:schemeClr val="accent1"/>
            </a:fillRef>
            <a:effectRef idx="1">
              <a:schemeClr val="accent1"/>
            </a:effectRef>
            <a:fontRef idx="minor">
              <a:schemeClr val="tx1"/>
            </a:fontRef>
          </p:style>
        </p:cxnSp>
        <p:cxnSp>
          <p:nvCxnSpPr>
            <p:cNvPr id="223" name="Connettore 1 222"/>
            <p:cNvCxnSpPr/>
            <p:nvPr userDrawn="1"/>
          </p:nvCxnSpPr>
          <p:spPr>
            <a:xfrm>
              <a:off x="9108291" y="275867"/>
              <a:ext cx="0" cy="567843"/>
            </a:xfrm>
            <a:prstGeom prst="line">
              <a:avLst/>
            </a:prstGeom>
            <a:ln w="12700">
              <a:solidFill>
                <a:schemeClr val="bg1"/>
              </a:solidFill>
            </a:ln>
            <a:effectLst/>
          </p:spPr>
          <p:style>
            <a:lnRef idx="2">
              <a:schemeClr val="accent1"/>
            </a:lnRef>
            <a:fillRef idx="0">
              <a:schemeClr val="accent1"/>
            </a:fillRef>
            <a:effectRef idx="1">
              <a:schemeClr val="accent1"/>
            </a:effectRef>
            <a:fontRef idx="minor">
              <a:schemeClr val="tx1"/>
            </a:fontRef>
          </p:style>
        </p:cxnSp>
        <p:cxnSp>
          <p:nvCxnSpPr>
            <p:cNvPr id="224" name="Connettore 1 223"/>
            <p:cNvCxnSpPr/>
            <p:nvPr userDrawn="1"/>
          </p:nvCxnSpPr>
          <p:spPr>
            <a:xfrm>
              <a:off x="9257158" y="275867"/>
              <a:ext cx="0" cy="567843"/>
            </a:xfrm>
            <a:prstGeom prst="line">
              <a:avLst/>
            </a:prstGeom>
            <a:ln w="12700">
              <a:solidFill>
                <a:schemeClr val="bg1"/>
              </a:solidFill>
            </a:ln>
            <a:effectLst/>
          </p:spPr>
          <p:style>
            <a:lnRef idx="2">
              <a:schemeClr val="accent1"/>
            </a:lnRef>
            <a:fillRef idx="0">
              <a:schemeClr val="accent1"/>
            </a:fillRef>
            <a:effectRef idx="1">
              <a:schemeClr val="accent1"/>
            </a:effectRef>
            <a:fontRef idx="minor">
              <a:schemeClr val="tx1"/>
            </a:fontRef>
          </p:style>
        </p:cxnSp>
        <p:cxnSp>
          <p:nvCxnSpPr>
            <p:cNvPr id="225" name="Connettore 1 224"/>
            <p:cNvCxnSpPr/>
            <p:nvPr userDrawn="1"/>
          </p:nvCxnSpPr>
          <p:spPr>
            <a:xfrm>
              <a:off x="9406025" y="275867"/>
              <a:ext cx="0" cy="567843"/>
            </a:xfrm>
            <a:prstGeom prst="line">
              <a:avLst/>
            </a:prstGeom>
            <a:ln w="12700">
              <a:solidFill>
                <a:schemeClr val="bg1"/>
              </a:solidFill>
            </a:ln>
            <a:effectLst/>
          </p:spPr>
          <p:style>
            <a:lnRef idx="2">
              <a:schemeClr val="accent1"/>
            </a:lnRef>
            <a:fillRef idx="0">
              <a:schemeClr val="accent1"/>
            </a:fillRef>
            <a:effectRef idx="1">
              <a:schemeClr val="accent1"/>
            </a:effectRef>
            <a:fontRef idx="minor">
              <a:schemeClr val="tx1"/>
            </a:fontRef>
          </p:style>
        </p:cxnSp>
        <p:cxnSp>
          <p:nvCxnSpPr>
            <p:cNvPr id="226" name="Connettore 1 225"/>
            <p:cNvCxnSpPr/>
            <p:nvPr userDrawn="1"/>
          </p:nvCxnSpPr>
          <p:spPr>
            <a:xfrm>
              <a:off x="9554892" y="275867"/>
              <a:ext cx="0" cy="567843"/>
            </a:xfrm>
            <a:prstGeom prst="line">
              <a:avLst/>
            </a:prstGeom>
            <a:ln w="12700">
              <a:solidFill>
                <a:schemeClr val="bg1"/>
              </a:solidFill>
            </a:ln>
            <a:effectLst/>
          </p:spPr>
          <p:style>
            <a:lnRef idx="2">
              <a:schemeClr val="accent1"/>
            </a:lnRef>
            <a:fillRef idx="0">
              <a:schemeClr val="accent1"/>
            </a:fillRef>
            <a:effectRef idx="1">
              <a:schemeClr val="accent1"/>
            </a:effectRef>
            <a:fontRef idx="minor">
              <a:schemeClr val="tx1"/>
            </a:fontRef>
          </p:style>
        </p:cxnSp>
        <p:cxnSp>
          <p:nvCxnSpPr>
            <p:cNvPr id="227" name="Connettore 1 226"/>
            <p:cNvCxnSpPr/>
            <p:nvPr userDrawn="1"/>
          </p:nvCxnSpPr>
          <p:spPr>
            <a:xfrm>
              <a:off x="9703759" y="275867"/>
              <a:ext cx="0" cy="567843"/>
            </a:xfrm>
            <a:prstGeom prst="line">
              <a:avLst/>
            </a:prstGeom>
            <a:ln w="12700">
              <a:solidFill>
                <a:schemeClr val="bg1"/>
              </a:solidFill>
            </a:ln>
            <a:effectLst/>
          </p:spPr>
          <p:style>
            <a:lnRef idx="2">
              <a:schemeClr val="accent1"/>
            </a:lnRef>
            <a:fillRef idx="0">
              <a:schemeClr val="accent1"/>
            </a:fillRef>
            <a:effectRef idx="1">
              <a:schemeClr val="accent1"/>
            </a:effectRef>
            <a:fontRef idx="minor">
              <a:schemeClr val="tx1"/>
            </a:fontRef>
          </p:style>
        </p:cxnSp>
        <p:cxnSp>
          <p:nvCxnSpPr>
            <p:cNvPr id="228" name="Connettore 1 227"/>
            <p:cNvCxnSpPr/>
            <p:nvPr userDrawn="1"/>
          </p:nvCxnSpPr>
          <p:spPr>
            <a:xfrm>
              <a:off x="9852626" y="275867"/>
              <a:ext cx="0" cy="567843"/>
            </a:xfrm>
            <a:prstGeom prst="line">
              <a:avLst/>
            </a:prstGeom>
            <a:ln w="12700">
              <a:solidFill>
                <a:schemeClr val="bg1"/>
              </a:solidFill>
            </a:ln>
            <a:effectLst/>
          </p:spPr>
          <p:style>
            <a:lnRef idx="2">
              <a:schemeClr val="accent1"/>
            </a:lnRef>
            <a:fillRef idx="0">
              <a:schemeClr val="accent1"/>
            </a:fillRef>
            <a:effectRef idx="1">
              <a:schemeClr val="accent1"/>
            </a:effectRef>
            <a:fontRef idx="minor">
              <a:schemeClr val="tx1"/>
            </a:fontRef>
          </p:style>
        </p:cxnSp>
        <p:cxnSp>
          <p:nvCxnSpPr>
            <p:cNvPr id="229" name="Connettore 1 228"/>
            <p:cNvCxnSpPr/>
            <p:nvPr userDrawn="1"/>
          </p:nvCxnSpPr>
          <p:spPr>
            <a:xfrm>
              <a:off x="10001493" y="275867"/>
              <a:ext cx="0" cy="567843"/>
            </a:xfrm>
            <a:prstGeom prst="line">
              <a:avLst/>
            </a:prstGeom>
            <a:ln w="12700">
              <a:solidFill>
                <a:schemeClr val="bg1"/>
              </a:solidFill>
            </a:ln>
            <a:effectLst/>
          </p:spPr>
          <p:style>
            <a:lnRef idx="2">
              <a:schemeClr val="accent1"/>
            </a:lnRef>
            <a:fillRef idx="0">
              <a:schemeClr val="accent1"/>
            </a:fillRef>
            <a:effectRef idx="1">
              <a:schemeClr val="accent1"/>
            </a:effectRef>
            <a:fontRef idx="minor">
              <a:schemeClr val="tx1"/>
            </a:fontRef>
          </p:style>
        </p:cxnSp>
        <p:cxnSp>
          <p:nvCxnSpPr>
            <p:cNvPr id="230" name="Connettore 1 229"/>
            <p:cNvCxnSpPr/>
            <p:nvPr userDrawn="1"/>
          </p:nvCxnSpPr>
          <p:spPr>
            <a:xfrm>
              <a:off x="10150360" y="275867"/>
              <a:ext cx="0" cy="567843"/>
            </a:xfrm>
            <a:prstGeom prst="line">
              <a:avLst/>
            </a:prstGeom>
            <a:ln w="12700">
              <a:solidFill>
                <a:schemeClr val="bg1"/>
              </a:solidFill>
            </a:ln>
            <a:effectLst/>
          </p:spPr>
          <p:style>
            <a:lnRef idx="2">
              <a:schemeClr val="accent1"/>
            </a:lnRef>
            <a:fillRef idx="0">
              <a:schemeClr val="accent1"/>
            </a:fillRef>
            <a:effectRef idx="1">
              <a:schemeClr val="accent1"/>
            </a:effectRef>
            <a:fontRef idx="minor">
              <a:schemeClr val="tx1"/>
            </a:fontRef>
          </p:style>
        </p:cxnSp>
        <p:cxnSp>
          <p:nvCxnSpPr>
            <p:cNvPr id="231" name="Connettore 1 230"/>
            <p:cNvCxnSpPr/>
            <p:nvPr userDrawn="1"/>
          </p:nvCxnSpPr>
          <p:spPr>
            <a:xfrm>
              <a:off x="10299227" y="275867"/>
              <a:ext cx="0" cy="567843"/>
            </a:xfrm>
            <a:prstGeom prst="line">
              <a:avLst/>
            </a:prstGeom>
            <a:ln w="12700">
              <a:solidFill>
                <a:schemeClr val="bg1"/>
              </a:solidFill>
            </a:ln>
            <a:effectLst/>
          </p:spPr>
          <p:style>
            <a:lnRef idx="2">
              <a:schemeClr val="accent1"/>
            </a:lnRef>
            <a:fillRef idx="0">
              <a:schemeClr val="accent1"/>
            </a:fillRef>
            <a:effectRef idx="1">
              <a:schemeClr val="accent1"/>
            </a:effectRef>
            <a:fontRef idx="minor">
              <a:schemeClr val="tx1"/>
            </a:fontRef>
          </p:style>
        </p:cxnSp>
        <p:cxnSp>
          <p:nvCxnSpPr>
            <p:cNvPr id="232" name="Connettore 1 231"/>
            <p:cNvCxnSpPr/>
            <p:nvPr userDrawn="1"/>
          </p:nvCxnSpPr>
          <p:spPr>
            <a:xfrm>
              <a:off x="10448094" y="275867"/>
              <a:ext cx="0" cy="567843"/>
            </a:xfrm>
            <a:prstGeom prst="line">
              <a:avLst/>
            </a:prstGeom>
            <a:ln w="12700">
              <a:solidFill>
                <a:schemeClr val="bg1"/>
              </a:solidFill>
            </a:ln>
            <a:effectLst/>
          </p:spPr>
          <p:style>
            <a:lnRef idx="2">
              <a:schemeClr val="accent1"/>
            </a:lnRef>
            <a:fillRef idx="0">
              <a:schemeClr val="accent1"/>
            </a:fillRef>
            <a:effectRef idx="1">
              <a:schemeClr val="accent1"/>
            </a:effectRef>
            <a:fontRef idx="minor">
              <a:schemeClr val="tx1"/>
            </a:fontRef>
          </p:style>
        </p:cxnSp>
        <p:cxnSp>
          <p:nvCxnSpPr>
            <p:cNvPr id="233" name="Connettore 1 232"/>
            <p:cNvCxnSpPr/>
            <p:nvPr userDrawn="1"/>
          </p:nvCxnSpPr>
          <p:spPr>
            <a:xfrm>
              <a:off x="10596961" y="275867"/>
              <a:ext cx="0" cy="567843"/>
            </a:xfrm>
            <a:prstGeom prst="line">
              <a:avLst/>
            </a:prstGeom>
            <a:ln w="12700">
              <a:solidFill>
                <a:schemeClr val="bg1"/>
              </a:solidFill>
            </a:ln>
            <a:effectLst/>
          </p:spPr>
          <p:style>
            <a:lnRef idx="2">
              <a:schemeClr val="accent1"/>
            </a:lnRef>
            <a:fillRef idx="0">
              <a:schemeClr val="accent1"/>
            </a:fillRef>
            <a:effectRef idx="1">
              <a:schemeClr val="accent1"/>
            </a:effectRef>
            <a:fontRef idx="minor">
              <a:schemeClr val="tx1"/>
            </a:fontRef>
          </p:style>
        </p:cxnSp>
        <p:cxnSp>
          <p:nvCxnSpPr>
            <p:cNvPr id="234" name="Connettore 1 233"/>
            <p:cNvCxnSpPr/>
            <p:nvPr userDrawn="1"/>
          </p:nvCxnSpPr>
          <p:spPr>
            <a:xfrm>
              <a:off x="10745828" y="275867"/>
              <a:ext cx="0" cy="567843"/>
            </a:xfrm>
            <a:prstGeom prst="line">
              <a:avLst/>
            </a:prstGeom>
            <a:ln w="12700">
              <a:solidFill>
                <a:schemeClr val="bg1"/>
              </a:solidFill>
            </a:ln>
            <a:effectLst/>
          </p:spPr>
          <p:style>
            <a:lnRef idx="2">
              <a:schemeClr val="accent1"/>
            </a:lnRef>
            <a:fillRef idx="0">
              <a:schemeClr val="accent1"/>
            </a:fillRef>
            <a:effectRef idx="1">
              <a:schemeClr val="accent1"/>
            </a:effectRef>
            <a:fontRef idx="minor">
              <a:schemeClr val="tx1"/>
            </a:fontRef>
          </p:style>
        </p:cxnSp>
        <p:cxnSp>
          <p:nvCxnSpPr>
            <p:cNvPr id="235" name="Connettore 1 234"/>
            <p:cNvCxnSpPr/>
            <p:nvPr userDrawn="1"/>
          </p:nvCxnSpPr>
          <p:spPr>
            <a:xfrm>
              <a:off x="10894695" y="275867"/>
              <a:ext cx="0" cy="567843"/>
            </a:xfrm>
            <a:prstGeom prst="line">
              <a:avLst/>
            </a:prstGeom>
            <a:ln w="12700">
              <a:solidFill>
                <a:schemeClr val="bg1"/>
              </a:solidFill>
            </a:ln>
            <a:effectLst/>
          </p:spPr>
          <p:style>
            <a:lnRef idx="2">
              <a:schemeClr val="accent1"/>
            </a:lnRef>
            <a:fillRef idx="0">
              <a:schemeClr val="accent1"/>
            </a:fillRef>
            <a:effectRef idx="1">
              <a:schemeClr val="accent1"/>
            </a:effectRef>
            <a:fontRef idx="minor">
              <a:schemeClr val="tx1"/>
            </a:fontRef>
          </p:style>
        </p:cxnSp>
        <p:cxnSp>
          <p:nvCxnSpPr>
            <p:cNvPr id="236" name="Connettore 1 235"/>
            <p:cNvCxnSpPr/>
            <p:nvPr userDrawn="1"/>
          </p:nvCxnSpPr>
          <p:spPr>
            <a:xfrm>
              <a:off x="11043562" y="275867"/>
              <a:ext cx="0" cy="567843"/>
            </a:xfrm>
            <a:prstGeom prst="line">
              <a:avLst/>
            </a:prstGeom>
            <a:ln w="12700">
              <a:solidFill>
                <a:schemeClr val="bg1"/>
              </a:solidFill>
            </a:ln>
            <a:effectLst/>
          </p:spPr>
          <p:style>
            <a:lnRef idx="2">
              <a:schemeClr val="accent1"/>
            </a:lnRef>
            <a:fillRef idx="0">
              <a:schemeClr val="accent1"/>
            </a:fillRef>
            <a:effectRef idx="1">
              <a:schemeClr val="accent1"/>
            </a:effectRef>
            <a:fontRef idx="minor">
              <a:schemeClr val="tx1"/>
            </a:fontRef>
          </p:style>
        </p:cxnSp>
        <p:cxnSp>
          <p:nvCxnSpPr>
            <p:cNvPr id="237" name="Connettore 1 236"/>
            <p:cNvCxnSpPr/>
            <p:nvPr userDrawn="1"/>
          </p:nvCxnSpPr>
          <p:spPr>
            <a:xfrm>
              <a:off x="11192429" y="275867"/>
              <a:ext cx="0" cy="567843"/>
            </a:xfrm>
            <a:prstGeom prst="line">
              <a:avLst/>
            </a:prstGeom>
            <a:ln w="12700">
              <a:solidFill>
                <a:schemeClr val="bg1"/>
              </a:solidFill>
            </a:ln>
            <a:effectLst/>
          </p:spPr>
          <p:style>
            <a:lnRef idx="2">
              <a:schemeClr val="accent1"/>
            </a:lnRef>
            <a:fillRef idx="0">
              <a:schemeClr val="accent1"/>
            </a:fillRef>
            <a:effectRef idx="1">
              <a:schemeClr val="accent1"/>
            </a:effectRef>
            <a:fontRef idx="minor">
              <a:schemeClr val="tx1"/>
            </a:fontRef>
          </p:style>
        </p:cxnSp>
        <p:cxnSp>
          <p:nvCxnSpPr>
            <p:cNvPr id="238" name="Connettore 1 237"/>
            <p:cNvCxnSpPr/>
            <p:nvPr userDrawn="1"/>
          </p:nvCxnSpPr>
          <p:spPr>
            <a:xfrm>
              <a:off x="11341296" y="275867"/>
              <a:ext cx="0" cy="567843"/>
            </a:xfrm>
            <a:prstGeom prst="line">
              <a:avLst/>
            </a:prstGeom>
            <a:ln w="12700">
              <a:solidFill>
                <a:schemeClr val="bg1"/>
              </a:solidFill>
            </a:ln>
            <a:effectLst/>
          </p:spPr>
          <p:style>
            <a:lnRef idx="2">
              <a:schemeClr val="accent1"/>
            </a:lnRef>
            <a:fillRef idx="0">
              <a:schemeClr val="accent1"/>
            </a:fillRef>
            <a:effectRef idx="1">
              <a:schemeClr val="accent1"/>
            </a:effectRef>
            <a:fontRef idx="minor">
              <a:schemeClr val="tx1"/>
            </a:fontRef>
          </p:style>
        </p:cxnSp>
        <p:cxnSp>
          <p:nvCxnSpPr>
            <p:cNvPr id="239" name="Connettore 1 238"/>
            <p:cNvCxnSpPr/>
            <p:nvPr userDrawn="1"/>
          </p:nvCxnSpPr>
          <p:spPr>
            <a:xfrm>
              <a:off x="11490163" y="275867"/>
              <a:ext cx="0" cy="567843"/>
            </a:xfrm>
            <a:prstGeom prst="line">
              <a:avLst/>
            </a:prstGeom>
            <a:ln w="12700">
              <a:solidFill>
                <a:schemeClr val="bg1"/>
              </a:solidFill>
            </a:ln>
            <a:effectLst/>
          </p:spPr>
          <p:style>
            <a:lnRef idx="2">
              <a:schemeClr val="accent1"/>
            </a:lnRef>
            <a:fillRef idx="0">
              <a:schemeClr val="accent1"/>
            </a:fillRef>
            <a:effectRef idx="1">
              <a:schemeClr val="accent1"/>
            </a:effectRef>
            <a:fontRef idx="minor">
              <a:schemeClr val="tx1"/>
            </a:fontRef>
          </p:style>
        </p:cxnSp>
        <p:cxnSp>
          <p:nvCxnSpPr>
            <p:cNvPr id="240" name="Connettore 1 239"/>
            <p:cNvCxnSpPr/>
            <p:nvPr userDrawn="1"/>
          </p:nvCxnSpPr>
          <p:spPr>
            <a:xfrm>
              <a:off x="11639030" y="275867"/>
              <a:ext cx="0" cy="567843"/>
            </a:xfrm>
            <a:prstGeom prst="line">
              <a:avLst/>
            </a:prstGeom>
            <a:ln w="12700">
              <a:solidFill>
                <a:schemeClr val="bg1"/>
              </a:solidFill>
            </a:ln>
            <a:effectLst/>
          </p:spPr>
          <p:style>
            <a:lnRef idx="2">
              <a:schemeClr val="accent1"/>
            </a:lnRef>
            <a:fillRef idx="0">
              <a:schemeClr val="accent1"/>
            </a:fillRef>
            <a:effectRef idx="1">
              <a:schemeClr val="accent1"/>
            </a:effectRef>
            <a:fontRef idx="minor">
              <a:schemeClr val="tx1"/>
            </a:fontRef>
          </p:style>
        </p:cxnSp>
        <p:cxnSp>
          <p:nvCxnSpPr>
            <p:cNvPr id="241" name="Connettore 1 240"/>
            <p:cNvCxnSpPr/>
            <p:nvPr userDrawn="1"/>
          </p:nvCxnSpPr>
          <p:spPr>
            <a:xfrm>
              <a:off x="11787897" y="275867"/>
              <a:ext cx="0" cy="567843"/>
            </a:xfrm>
            <a:prstGeom prst="line">
              <a:avLst/>
            </a:prstGeom>
            <a:ln w="12700">
              <a:solidFill>
                <a:schemeClr val="bg1"/>
              </a:solidFill>
            </a:ln>
            <a:effectLst/>
          </p:spPr>
          <p:style>
            <a:lnRef idx="2">
              <a:schemeClr val="accent1"/>
            </a:lnRef>
            <a:fillRef idx="0">
              <a:schemeClr val="accent1"/>
            </a:fillRef>
            <a:effectRef idx="1">
              <a:schemeClr val="accent1"/>
            </a:effectRef>
            <a:fontRef idx="minor">
              <a:schemeClr val="tx1"/>
            </a:fontRef>
          </p:style>
        </p:cxnSp>
        <p:cxnSp>
          <p:nvCxnSpPr>
            <p:cNvPr id="242" name="Connettore 1 241"/>
            <p:cNvCxnSpPr/>
            <p:nvPr userDrawn="1"/>
          </p:nvCxnSpPr>
          <p:spPr>
            <a:xfrm>
              <a:off x="11936764" y="275867"/>
              <a:ext cx="0" cy="567843"/>
            </a:xfrm>
            <a:prstGeom prst="line">
              <a:avLst/>
            </a:prstGeom>
            <a:ln w="12700">
              <a:solidFill>
                <a:schemeClr val="bg1"/>
              </a:solidFill>
            </a:ln>
            <a:effectLst/>
          </p:spPr>
          <p:style>
            <a:lnRef idx="2">
              <a:schemeClr val="accent1"/>
            </a:lnRef>
            <a:fillRef idx="0">
              <a:schemeClr val="accent1"/>
            </a:fillRef>
            <a:effectRef idx="1">
              <a:schemeClr val="accent1"/>
            </a:effectRef>
            <a:fontRef idx="minor">
              <a:schemeClr val="tx1"/>
            </a:fontRef>
          </p:style>
        </p:cxnSp>
        <p:cxnSp>
          <p:nvCxnSpPr>
            <p:cNvPr id="243" name="Connettore 1 242"/>
            <p:cNvCxnSpPr/>
            <p:nvPr userDrawn="1"/>
          </p:nvCxnSpPr>
          <p:spPr>
            <a:xfrm>
              <a:off x="12085631" y="275867"/>
              <a:ext cx="0" cy="567843"/>
            </a:xfrm>
            <a:prstGeom prst="line">
              <a:avLst/>
            </a:prstGeom>
            <a:ln w="12700">
              <a:solidFill>
                <a:schemeClr val="bg1"/>
              </a:solidFill>
            </a:ln>
            <a:effectLst/>
          </p:spPr>
          <p:style>
            <a:lnRef idx="2">
              <a:schemeClr val="accent1"/>
            </a:lnRef>
            <a:fillRef idx="0">
              <a:schemeClr val="accent1"/>
            </a:fillRef>
            <a:effectRef idx="1">
              <a:schemeClr val="accent1"/>
            </a:effectRef>
            <a:fontRef idx="minor">
              <a:schemeClr val="tx1"/>
            </a:fontRef>
          </p:style>
        </p:cxnSp>
        <p:cxnSp>
          <p:nvCxnSpPr>
            <p:cNvPr id="244" name="Connettore 1 243"/>
            <p:cNvCxnSpPr/>
            <p:nvPr userDrawn="1"/>
          </p:nvCxnSpPr>
          <p:spPr>
            <a:xfrm>
              <a:off x="12234498" y="275867"/>
              <a:ext cx="0" cy="567843"/>
            </a:xfrm>
            <a:prstGeom prst="line">
              <a:avLst/>
            </a:prstGeom>
            <a:ln w="12700">
              <a:solidFill>
                <a:schemeClr val="bg1"/>
              </a:solidFill>
            </a:ln>
            <a:effectLst/>
          </p:spPr>
          <p:style>
            <a:lnRef idx="2">
              <a:schemeClr val="accent1"/>
            </a:lnRef>
            <a:fillRef idx="0">
              <a:schemeClr val="accent1"/>
            </a:fillRef>
            <a:effectRef idx="1">
              <a:schemeClr val="accent1"/>
            </a:effectRef>
            <a:fontRef idx="minor">
              <a:schemeClr val="tx1"/>
            </a:fontRef>
          </p:style>
        </p:cxnSp>
        <p:cxnSp>
          <p:nvCxnSpPr>
            <p:cNvPr id="245" name="Connettore 1 244"/>
            <p:cNvCxnSpPr/>
            <p:nvPr userDrawn="1"/>
          </p:nvCxnSpPr>
          <p:spPr>
            <a:xfrm>
              <a:off x="12383365" y="275867"/>
              <a:ext cx="0" cy="567843"/>
            </a:xfrm>
            <a:prstGeom prst="line">
              <a:avLst/>
            </a:prstGeom>
            <a:ln w="12700">
              <a:solidFill>
                <a:schemeClr val="bg1"/>
              </a:solidFill>
            </a:ln>
            <a:effectLst/>
          </p:spPr>
          <p:style>
            <a:lnRef idx="2">
              <a:schemeClr val="accent1"/>
            </a:lnRef>
            <a:fillRef idx="0">
              <a:schemeClr val="accent1"/>
            </a:fillRef>
            <a:effectRef idx="1">
              <a:schemeClr val="accent1"/>
            </a:effectRef>
            <a:fontRef idx="minor">
              <a:schemeClr val="tx1"/>
            </a:fontRef>
          </p:style>
        </p:cxnSp>
        <p:cxnSp>
          <p:nvCxnSpPr>
            <p:cNvPr id="246" name="Connettore 1 245"/>
            <p:cNvCxnSpPr/>
            <p:nvPr userDrawn="1"/>
          </p:nvCxnSpPr>
          <p:spPr>
            <a:xfrm>
              <a:off x="12532232" y="275867"/>
              <a:ext cx="0" cy="567843"/>
            </a:xfrm>
            <a:prstGeom prst="line">
              <a:avLst/>
            </a:prstGeom>
            <a:ln w="12700">
              <a:solidFill>
                <a:schemeClr val="bg1"/>
              </a:solidFill>
            </a:ln>
            <a:effectLst/>
          </p:spPr>
          <p:style>
            <a:lnRef idx="2">
              <a:schemeClr val="accent1"/>
            </a:lnRef>
            <a:fillRef idx="0">
              <a:schemeClr val="accent1"/>
            </a:fillRef>
            <a:effectRef idx="1">
              <a:schemeClr val="accent1"/>
            </a:effectRef>
            <a:fontRef idx="minor">
              <a:schemeClr val="tx1"/>
            </a:fontRef>
          </p:style>
        </p:cxnSp>
        <p:cxnSp>
          <p:nvCxnSpPr>
            <p:cNvPr id="247" name="Connettore 1 246"/>
            <p:cNvCxnSpPr/>
            <p:nvPr userDrawn="1"/>
          </p:nvCxnSpPr>
          <p:spPr>
            <a:xfrm>
              <a:off x="12681099" y="275867"/>
              <a:ext cx="0" cy="567843"/>
            </a:xfrm>
            <a:prstGeom prst="line">
              <a:avLst/>
            </a:prstGeom>
            <a:ln w="12700">
              <a:solidFill>
                <a:schemeClr val="bg1"/>
              </a:solidFill>
            </a:ln>
            <a:effectLst/>
          </p:spPr>
          <p:style>
            <a:lnRef idx="2">
              <a:schemeClr val="accent1"/>
            </a:lnRef>
            <a:fillRef idx="0">
              <a:schemeClr val="accent1"/>
            </a:fillRef>
            <a:effectRef idx="1">
              <a:schemeClr val="accent1"/>
            </a:effectRef>
            <a:fontRef idx="minor">
              <a:schemeClr val="tx1"/>
            </a:fontRef>
          </p:style>
        </p:cxnSp>
        <p:cxnSp>
          <p:nvCxnSpPr>
            <p:cNvPr id="248" name="Connettore 1 247"/>
            <p:cNvCxnSpPr/>
            <p:nvPr userDrawn="1"/>
          </p:nvCxnSpPr>
          <p:spPr>
            <a:xfrm>
              <a:off x="12829966" y="275867"/>
              <a:ext cx="0" cy="567843"/>
            </a:xfrm>
            <a:prstGeom prst="line">
              <a:avLst/>
            </a:prstGeom>
            <a:ln w="12700">
              <a:solidFill>
                <a:schemeClr val="bg1"/>
              </a:solidFill>
            </a:ln>
            <a:effectLst/>
          </p:spPr>
          <p:style>
            <a:lnRef idx="2">
              <a:schemeClr val="accent1"/>
            </a:lnRef>
            <a:fillRef idx="0">
              <a:schemeClr val="accent1"/>
            </a:fillRef>
            <a:effectRef idx="1">
              <a:schemeClr val="accent1"/>
            </a:effectRef>
            <a:fontRef idx="minor">
              <a:schemeClr val="tx1"/>
            </a:fontRef>
          </p:style>
        </p:cxnSp>
        <p:cxnSp>
          <p:nvCxnSpPr>
            <p:cNvPr id="249" name="Connettore 1 248"/>
            <p:cNvCxnSpPr/>
            <p:nvPr userDrawn="1"/>
          </p:nvCxnSpPr>
          <p:spPr>
            <a:xfrm>
              <a:off x="12978833" y="275867"/>
              <a:ext cx="0" cy="567843"/>
            </a:xfrm>
            <a:prstGeom prst="line">
              <a:avLst/>
            </a:prstGeom>
            <a:ln w="12700">
              <a:solidFill>
                <a:schemeClr val="bg1"/>
              </a:solidFill>
            </a:ln>
            <a:effectLst/>
          </p:spPr>
          <p:style>
            <a:lnRef idx="2">
              <a:schemeClr val="accent1"/>
            </a:lnRef>
            <a:fillRef idx="0">
              <a:schemeClr val="accent1"/>
            </a:fillRef>
            <a:effectRef idx="1">
              <a:schemeClr val="accent1"/>
            </a:effectRef>
            <a:fontRef idx="minor">
              <a:schemeClr val="tx1"/>
            </a:fontRef>
          </p:style>
        </p:cxnSp>
        <p:cxnSp>
          <p:nvCxnSpPr>
            <p:cNvPr id="250" name="Connettore 1 249"/>
            <p:cNvCxnSpPr/>
            <p:nvPr userDrawn="1"/>
          </p:nvCxnSpPr>
          <p:spPr>
            <a:xfrm>
              <a:off x="13127700" y="275867"/>
              <a:ext cx="0" cy="567843"/>
            </a:xfrm>
            <a:prstGeom prst="line">
              <a:avLst/>
            </a:prstGeom>
            <a:ln w="12700">
              <a:solidFill>
                <a:schemeClr val="bg1"/>
              </a:solidFill>
            </a:ln>
            <a:effectLst/>
          </p:spPr>
          <p:style>
            <a:lnRef idx="2">
              <a:schemeClr val="accent1"/>
            </a:lnRef>
            <a:fillRef idx="0">
              <a:schemeClr val="accent1"/>
            </a:fillRef>
            <a:effectRef idx="1">
              <a:schemeClr val="accent1"/>
            </a:effectRef>
            <a:fontRef idx="minor">
              <a:schemeClr val="tx1"/>
            </a:fontRef>
          </p:style>
        </p:cxnSp>
        <p:cxnSp>
          <p:nvCxnSpPr>
            <p:cNvPr id="251" name="Connettore 1 250"/>
            <p:cNvCxnSpPr/>
            <p:nvPr userDrawn="1"/>
          </p:nvCxnSpPr>
          <p:spPr>
            <a:xfrm>
              <a:off x="13276567" y="275867"/>
              <a:ext cx="0" cy="567843"/>
            </a:xfrm>
            <a:prstGeom prst="line">
              <a:avLst/>
            </a:prstGeom>
            <a:ln w="12700">
              <a:solidFill>
                <a:schemeClr val="bg1"/>
              </a:solidFill>
            </a:ln>
            <a:effectLst/>
          </p:spPr>
          <p:style>
            <a:lnRef idx="2">
              <a:schemeClr val="accent1"/>
            </a:lnRef>
            <a:fillRef idx="0">
              <a:schemeClr val="accent1"/>
            </a:fillRef>
            <a:effectRef idx="1">
              <a:schemeClr val="accent1"/>
            </a:effectRef>
            <a:fontRef idx="minor">
              <a:schemeClr val="tx1"/>
            </a:fontRef>
          </p:style>
        </p:cxnSp>
        <p:cxnSp>
          <p:nvCxnSpPr>
            <p:cNvPr id="252" name="Connettore 1 251"/>
            <p:cNvCxnSpPr/>
            <p:nvPr userDrawn="1"/>
          </p:nvCxnSpPr>
          <p:spPr>
            <a:xfrm>
              <a:off x="13425434" y="275867"/>
              <a:ext cx="0" cy="567843"/>
            </a:xfrm>
            <a:prstGeom prst="line">
              <a:avLst/>
            </a:prstGeom>
            <a:ln w="12700">
              <a:solidFill>
                <a:schemeClr val="bg1"/>
              </a:solidFill>
            </a:ln>
            <a:effectLst/>
          </p:spPr>
          <p:style>
            <a:lnRef idx="2">
              <a:schemeClr val="accent1"/>
            </a:lnRef>
            <a:fillRef idx="0">
              <a:schemeClr val="accent1"/>
            </a:fillRef>
            <a:effectRef idx="1">
              <a:schemeClr val="accent1"/>
            </a:effectRef>
            <a:fontRef idx="minor">
              <a:schemeClr val="tx1"/>
            </a:fontRef>
          </p:style>
        </p:cxnSp>
        <p:cxnSp>
          <p:nvCxnSpPr>
            <p:cNvPr id="253" name="Connettore 1 252"/>
            <p:cNvCxnSpPr/>
            <p:nvPr userDrawn="1"/>
          </p:nvCxnSpPr>
          <p:spPr>
            <a:xfrm>
              <a:off x="13574301" y="275867"/>
              <a:ext cx="0" cy="567843"/>
            </a:xfrm>
            <a:prstGeom prst="line">
              <a:avLst/>
            </a:prstGeom>
            <a:ln w="12700">
              <a:solidFill>
                <a:schemeClr val="bg1"/>
              </a:solidFill>
            </a:ln>
            <a:effectLst/>
          </p:spPr>
          <p:style>
            <a:lnRef idx="2">
              <a:schemeClr val="accent1"/>
            </a:lnRef>
            <a:fillRef idx="0">
              <a:schemeClr val="accent1"/>
            </a:fillRef>
            <a:effectRef idx="1">
              <a:schemeClr val="accent1"/>
            </a:effectRef>
            <a:fontRef idx="minor">
              <a:schemeClr val="tx1"/>
            </a:fontRef>
          </p:style>
        </p:cxnSp>
        <p:cxnSp>
          <p:nvCxnSpPr>
            <p:cNvPr id="254" name="Connettore 1 253"/>
            <p:cNvCxnSpPr/>
            <p:nvPr userDrawn="1"/>
          </p:nvCxnSpPr>
          <p:spPr>
            <a:xfrm>
              <a:off x="13723168" y="275867"/>
              <a:ext cx="0" cy="567843"/>
            </a:xfrm>
            <a:prstGeom prst="line">
              <a:avLst/>
            </a:prstGeom>
            <a:ln w="12700">
              <a:solidFill>
                <a:schemeClr val="bg1"/>
              </a:solidFill>
            </a:ln>
            <a:effectLst/>
          </p:spPr>
          <p:style>
            <a:lnRef idx="2">
              <a:schemeClr val="accent1"/>
            </a:lnRef>
            <a:fillRef idx="0">
              <a:schemeClr val="accent1"/>
            </a:fillRef>
            <a:effectRef idx="1">
              <a:schemeClr val="accent1"/>
            </a:effectRef>
            <a:fontRef idx="minor">
              <a:schemeClr val="tx1"/>
            </a:fontRef>
          </p:style>
        </p:cxnSp>
        <p:cxnSp>
          <p:nvCxnSpPr>
            <p:cNvPr id="255" name="Connettore 1 254"/>
            <p:cNvCxnSpPr/>
            <p:nvPr userDrawn="1"/>
          </p:nvCxnSpPr>
          <p:spPr>
            <a:xfrm>
              <a:off x="13872035" y="275867"/>
              <a:ext cx="0" cy="567843"/>
            </a:xfrm>
            <a:prstGeom prst="line">
              <a:avLst/>
            </a:prstGeom>
            <a:ln w="12700">
              <a:solidFill>
                <a:schemeClr val="bg1"/>
              </a:solidFill>
            </a:ln>
            <a:effectLst/>
          </p:spPr>
          <p:style>
            <a:lnRef idx="2">
              <a:schemeClr val="accent1"/>
            </a:lnRef>
            <a:fillRef idx="0">
              <a:schemeClr val="accent1"/>
            </a:fillRef>
            <a:effectRef idx="1">
              <a:schemeClr val="accent1"/>
            </a:effectRef>
            <a:fontRef idx="minor">
              <a:schemeClr val="tx1"/>
            </a:fontRef>
          </p:style>
        </p:cxnSp>
        <p:cxnSp>
          <p:nvCxnSpPr>
            <p:cNvPr id="256" name="Connettore 1 255"/>
            <p:cNvCxnSpPr/>
            <p:nvPr userDrawn="1"/>
          </p:nvCxnSpPr>
          <p:spPr>
            <a:xfrm>
              <a:off x="14020902" y="275867"/>
              <a:ext cx="0" cy="567843"/>
            </a:xfrm>
            <a:prstGeom prst="line">
              <a:avLst/>
            </a:prstGeom>
            <a:ln w="12700">
              <a:solidFill>
                <a:schemeClr val="bg1"/>
              </a:solidFill>
            </a:ln>
            <a:effectLst/>
          </p:spPr>
          <p:style>
            <a:lnRef idx="2">
              <a:schemeClr val="accent1"/>
            </a:lnRef>
            <a:fillRef idx="0">
              <a:schemeClr val="accent1"/>
            </a:fillRef>
            <a:effectRef idx="1">
              <a:schemeClr val="accent1"/>
            </a:effectRef>
            <a:fontRef idx="minor">
              <a:schemeClr val="tx1"/>
            </a:fontRef>
          </p:style>
        </p:cxnSp>
        <p:cxnSp>
          <p:nvCxnSpPr>
            <p:cNvPr id="257" name="Connettore 1 256"/>
            <p:cNvCxnSpPr/>
            <p:nvPr userDrawn="1"/>
          </p:nvCxnSpPr>
          <p:spPr>
            <a:xfrm>
              <a:off x="14169769" y="275867"/>
              <a:ext cx="0" cy="567843"/>
            </a:xfrm>
            <a:prstGeom prst="line">
              <a:avLst/>
            </a:prstGeom>
            <a:ln w="12700">
              <a:solidFill>
                <a:schemeClr val="bg1"/>
              </a:solidFill>
            </a:ln>
            <a:effectLst/>
          </p:spPr>
          <p:style>
            <a:lnRef idx="2">
              <a:schemeClr val="accent1"/>
            </a:lnRef>
            <a:fillRef idx="0">
              <a:schemeClr val="accent1"/>
            </a:fillRef>
            <a:effectRef idx="1">
              <a:schemeClr val="accent1"/>
            </a:effectRef>
            <a:fontRef idx="minor">
              <a:schemeClr val="tx1"/>
            </a:fontRef>
          </p:style>
        </p:cxnSp>
        <p:cxnSp>
          <p:nvCxnSpPr>
            <p:cNvPr id="258" name="Connettore 1 257"/>
            <p:cNvCxnSpPr/>
            <p:nvPr userDrawn="1"/>
          </p:nvCxnSpPr>
          <p:spPr>
            <a:xfrm>
              <a:off x="14318636" y="275867"/>
              <a:ext cx="0" cy="567843"/>
            </a:xfrm>
            <a:prstGeom prst="line">
              <a:avLst/>
            </a:prstGeom>
            <a:ln w="12700">
              <a:solidFill>
                <a:schemeClr val="bg1"/>
              </a:solidFill>
            </a:ln>
            <a:effectLst/>
          </p:spPr>
          <p:style>
            <a:lnRef idx="2">
              <a:schemeClr val="accent1"/>
            </a:lnRef>
            <a:fillRef idx="0">
              <a:schemeClr val="accent1"/>
            </a:fillRef>
            <a:effectRef idx="1">
              <a:schemeClr val="accent1"/>
            </a:effectRef>
            <a:fontRef idx="minor">
              <a:schemeClr val="tx1"/>
            </a:fontRef>
          </p:style>
        </p:cxnSp>
        <p:cxnSp>
          <p:nvCxnSpPr>
            <p:cNvPr id="259" name="Connettore 1 258"/>
            <p:cNvCxnSpPr/>
            <p:nvPr userDrawn="1"/>
          </p:nvCxnSpPr>
          <p:spPr>
            <a:xfrm>
              <a:off x="14467503" y="275867"/>
              <a:ext cx="0" cy="567843"/>
            </a:xfrm>
            <a:prstGeom prst="line">
              <a:avLst/>
            </a:prstGeom>
            <a:ln w="12700">
              <a:solidFill>
                <a:schemeClr val="bg1"/>
              </a:solidFill>
            </a:ln>
            <a:effectLst/>
          </p:spPr>
          <p:style>
            <a:lnRef idx="2">
              <a:schemeClr val="accent1"/>
            </a:lnRef>
            <a:fillRef idx="0">
              <a:schemeClr val="accent1"/>
            </a:fillRef>
            <a:effectRef idx="1">
              <a:schemeClr val="accent1"/>
            </a:effectRef>
            <a:fontRef idx="minor">
              <a:schemeClr val="tx1"/>
            </a:fontRef>
          </p:style>
        </p:cxnSp>
        <p:cxnSp>
          <p:nvCxnSpPr>
            <p:cNvPr id="260" name="Connettore 1 259"/>
            <p:cNvCxnSpPr/>
            <p:nvPr userDrawn="1"/>
          </p:nvCxnSpPr>
          <p:spPr>
            <a:xfrm>
              <a:off x="14616370" y="275867"/>
              <a:ext cx="0" cy="567843"/>
            </a:xfrm>
            <a:prstGeom prst="line">
              <a:avLst/>
            </a:prstGeom>
            <a:ln w="12700">
              <a:solidFill>
                <a:schemeClr val="bg1"/>
              </a:solidFill>
            </a:ln>
            <a:effectLst/>
          </p:spPr>
          <p:style>
            <a:lnRef idx="2">
              <a:schemeClr val="accent1"/>
            </a:lnRef>
            <a:fillRef idx="0">
              <a:schemeClr val="accent1"/>
            </a:fillRef>
            <a:effectRef idx="1">
              <a:schemeClr val="accent1"/>
            </a:effectRef>
            <a:fontRef idx="minor">
              <a:schemeClr val="tx1"/>
            </a:fontRef>
          </p:style>
        </p:cxnSp>
        <p:cxnSp>
          <p:nvCxnSpPr>
            <p:cNvPr id="261" name="Connettore 1 260"/>
            <p:cNvCxnSpPr/>
            <p:nvPr userDrawn="1"/>
          </p:nvCxnSpPr>
          <p:spPr>
            <a:xfrm>
              <a:off x="14765237" y="275867"/>
              <a:ext cx="0" cy="567843"/>
            </a:xfrm>
            <a:prstGeom prst="line">
              <a:avLst/>
            </a:prstGeom>
            <a:ln w="12700">
              <a:solidFill>
                <a:schemeClr val="bg1"/>
              </a:solidFill>
            </a:ln>
            <a:effectLst/>
          </p:spPr>
          <p:style>
            <a:lnRef idx="2">
              <a:schemeClr val="accent1"/>
            </a:lnRef>
            <a:fillRef idx="0">
              <a:schemeClr val="accent1"/>
            </a:fillRef>
            <a:effectRef idx="1">
              <a:schemeClr val="accent1"/>
            </a:effectRef>
            <a:fontRef idx="minor">
              <a:schemeClr val="tx1"/>
            </a:fontRef>
          </p:style>
        </p:cxnSp>
        <p:cxnSp>
          <p:nvCxnSpPr>
            <p:cNvPr id="262" name="Connettore 1 261"/>
            <p:cNvCxnSpPr/>
            <p:nvPr userDrawn="1"/>
          </p:nvCxnSpPr>
          <p:spPr>
            <a:xfrm>
              <a:off x="14914104" y="275867"/>
              <a:ext cx="0" cy="567843"/>
            </a:xfrm>
            <a:prstGeom prst="line">
              <a:avLst/>
            </a:prstGeom>
            <a:ln w="12700">
              <a:solidFill>
                <a:schemeClr val="bg1"/>
              </a:solidFill>
            </a:ln>
            <a:effectLst/>
          </p:spPr>
          <p:style>
            <a:lnRef idx="2">
              <a:schemeClr val="accent1"/>
            </a:lnRef>
            <a:fillRef idx="0">
              <a:schemeClr val="accent1"/>
            </a:fillRef>
            <a:effectRef idx="1">
              <a:schemeClr val="accent1"/>
            </a:effectRef>
            <a:fontRef idx="minor">
              <a:schemeClr val="tx1"/>
            </a:fontRef>
          </p:style>
        </p:cxnSp>
        <p:cxnSp>
          <p:nvCxnSpPr>
            <p:cNvPr id="263" name="Connettore 1 262"/>
            <p:cNvCxnSpPr/>
            <p:nvPr userDrawn="1"/>
          </p:nvCxnSpPr>
          <p:spPr>
            <a:xfrm>
              <a:off x="15062971" y="275867"/>
              <a:ext cx="0" cy="567843"/>
            </a:xfrm>
            <a:prstGeom prst="line">
              <a:avLst/>
            </a:prstGeom>
            <a:ln w="12700">
              <a:solidFill>
                <a:schemeClr val="bg1"/>
              </a:solidFill>
            </a:ln>
            <a:effectLst/>
          </p:spPr>
          <p:style>
            <a:lnRef idx="2">
              <a:schemeClr val="accent1"/>
            </a:lnRef>
            <a:fillRef idx="0">
              <a:schemeClr val="accent1"/>
            </a:fillRef>
            <a:effectRef idx="1">
              <a:schemeClr val="accent1"/>
            </a:effectRef>
            <a:fontRef idx="minor">
              <a:schemeClr val="tx1"/>
            </a:fontRef>
          </p:style>
        </p:cxnSp>
        <p:cxnSp>
          <p:nvCxnSpPr>
            <p:cNvPr id="264" name="Connettore 1 263"/>
            <p:cNvCxnSpPr/>
            <p:nvPr userDrawn="1"/>
          </p:nvCxnSpPr>
          <p:spPr>
            <a:xfrm>
              <a:off x="15211838" y="275867"/>
              <a:ext cx="0" cy="567843"/>
            </a:xfrm>
            <a:prstGeom prst="line">
              <a:avLst/>
            </a:prstGeom>
            <a:ln w="12700">
              <a:solidFill>
                <a:schemeClr val="bg1"/>
              </a:solidFill>
            </a:ln>
            <a:effectLst/>
          </p:spPr>
          <p:style>
            <a:lnRef idx="2">
              <a:schemeClr val="accent1"/>
            </a:lnRef>
            <a:fillRef idx="0">
              <a:schemeClr val="accent1"/>
            </a:fillRef>
            <a:effectRef idx="1">
              <a:schemeClr val="accent1"/>
            </a:effectRef>
            <a:fontRef idx="minor">
              <a:schemeClr val="tx1"/>
            </a:fontRef>
          </p:style>
        </p:cxnSp>
        <p:cxnSp>
          <p:nvCxnSpPr>
            <p:cNvPr id="265" name="Connettore 1 264"/>
            <p:cNvCxnSpPr/>
            <p:nvPr userDrawn="1"/>
          </p:nvCxnSpPr>
          <p:spPr>
            <a:xfrm>
              <a:off x="15360705" y="275867"/>
              <a:ext cx="0" cy="567843"/>
            </a:xfrm>
            <a:prstGeom prst="line">
              <a:avLst/>
            </a:prstGeom>
            <a:ln w="12700">
              <a:solidFill>
                <a:schemeClr val="bg1"/>
              </a:solidFill>
            </a:ln>
            <a:effectLst/>
          </p:spPr>
          <p:style>
            <a:lnRef idx="2">
              <a:schemeClr val="accent1"/>
            </a:lnRef>
            <a:fillRef idx="0">
              <a:schemeClr val="accent1"/>
            </a:fillRef>
            <a:effectRef idx="1">
              <a:schemeClr val="accent1"/>
            </a:effectRef>
            <a:fontRef idx="minor">
              <a:schemeClr val="tx1"/>
            </a:fontRef>
          </p:style>
        </p:cxnSp>
        <p:cxnSp>
          <p:nvCxnSpPr>
            <p:cNvPr id="266" name="Connettore 1 265"/>
            <p:cNvCxnSpPr/>
            <p:nvPr userDrawn="1"/>
          </p:nvCxnSpPr>
          <p:spPr>
            <a:xfrm>
              <a:off x="15509572" y="275867"/>
              <a:ext cx="0" cy="567843"/>
            </a:xfrm>
            <a:prstGeom prst="line">
              <a:avLst/>
            </a:prstGeom>
            <a:ln w="12700">
              <a:solidFill>
                <a:schemeClr val="bg1"/>
              </a:solidFill>
            </a:ln>
            <a:effectLst/>
          </p:spPr>
          <p:style>
            <a:lnRef idx="2">
              <a:schemeClr val="accent1"/>
            </a:lnRef>
            <a:fillRef idx="0">
              <a:schemeClr val="accent1"/>
            </a:fillRef>
            <a:effectRef idx="1">
              <a:schemeClr val="accent1"/>
            </a:effectRef>
            <a:fontRef idx="minor">
              <a:schemeClr val="tx1"/>
            </a:fontRef>
          </p:style>
        </p:cxnSp>
        <p:cxnSp>
          <p:nvCxnSpPr>
            <p:cNvPr id="267" name="Connettore 1 266"/>
            <p:cNvCxnSpPr/>
            <p:nvPr userDrawn="1"/>
          </p:nvCxnSpPr>
          <p:spPr>
            <a:xfrm>
              <a:off x="15658439" y="275867"/>
              <a:ext cx="0" cy="567843"/>
            </a:xfrm>
            <a:prstGeom prst="line">
              <a:avLst/>
            </a:prstGeom>
            <a:ln w="12700">
              <a:solidFill>
                <a:schemeClr val="bg1"/>
              </a:solidFill>
            </a:ln>
            <a:effectLst/>
          </p:spPr>
          <p:style>
            <a:lnRef idx="2">
              <a:schemeClr val="accent1"/>
            </a:lnRef>
            <a:fillRef idx="0">
              <a:schemeClr val="accent1"/>
            </a:fillRef>
            <a:effectRef idx="1">
              <a:schemeClr val="accent1"/>
            </a:effectRef>
            <a:fontRef idx="minor">
              <a:schemeClr val="tx1"/>
            </a:fontRef>
          </p:style>
        </p:cxnSp>
        <p:cxnSp>
          <p:nvCxnSpPr>
            <p:cNvPr id="268" name="Connettore 1 267"/>
            <p:cNvCxnSpPr/>
            <p:nvPr userDrawn="1"/>
          </p:nvCxnSpPr>
          <p:spPr>
            <a:xfrm>
              <a:off x="15807306" y="275867"/>
              <a:ext cx="0" cy="567843"/>
            </a:xfrm>
            <a:prstGeom prst="line">
              <a:avLst/>
            </a:prstGeom>
            <a:ln w="12700">
              <a:solidFill>
                <a:schemeClr val="bg1"/>
              </a:solidFill>
            </a:ln>
            <a:effectLst/>
          </p:spPr>
          <p:style>
            <a:lnRef idx="2">
              <a:schemeClr val="accent1"/>
            </a:lnRef>
            <a:fillRef idx="0">
              <a:schemeClr val="accent1"/>
            </a:fillRef>
            <a:effectRef idx="1">
              <a:schemeClr val="accent1"/>
            </a:effectRef>
            <a:fontRef idx="minor">
              <a:schemeClr val="tx1"/>
            </a:fontRef>
          </p:style>
        </p:cxnSp>
        <p:cxnSp>
          <p:nvCxnSpPr>
            <p:cNvPr id="269" name="Connettore 1 268"/>
            <p:cNvCxnSpPr/>
            <p:nvPr userDrawn="1"/>
          </p:nvCxnSpPr>
          <p:spPr>
            <a:xfrm>
              <a:off x="15956173" y="275867"/>
              <a:ext cx="0" cy="567843"/>
            </a:xfrm>
            <a:prstGeom prst="line">
              <a:avLst/>
            </a:prstGeom>
            <a:ln w="12700">
              <a:solidFill>
                <a:schemeClr val="bg1"/>
              </a:solidFill>
            </a:ln>
            <a:effectLst/>
          </p:spPr>
          <p:style>
            <a:lnRef idx="2">
              <a:schemeClr val="accent1"/>
            </a:lnRef>
            <a:fillRef idx="0">
              <a:schemeClr val="accent1"/>
            </a:fillRef>
            <a:effectRef idx="1">
              <a:schemeClr val="accent1"/>
            </a:effectRef>
            <a:fontRef idx="minor">
              <a:schemeClr val="tx1"/>
            </a:fontRef>
          </p:style>
        </p:cxnSp>
        <p:cxnSp>
          <p:nvCxnSpPr>
            <p:cNvPr id="270" name="Connettore 1 269"/>
            <p:cNvCxnSpPr/>
            <p:nvPr userDrawn="1"/>
          </p:nvCxnSpPr>
          <p:spPr>
            <a:xfrm>
              <a:off x="16105040" y="275867"/>
              <a:ext cx="0" cy="567843"/>
            </a:xfrm>
            <a:prstGeom prst="line">
              <a:avLst/>
            </a:prstGeom>
            <a:ln w="12700">
              <a:solidFill>
                <a:schemeClr val="bg1"/>
              </a:solidFill>
            </a:ln>
            <a:effectLst/>
          </p:spPr>
          <p:style>
            <a:lnRef idx="2">
              <a:schemeClr val="accent1"/>
            </a:lnRef>
            <a:fillRef idx="0">
              <a:schemeClr val="accent1"/>
            </a:fillRef>
            <a:effectRef idx="1">
              <a:schemeClr val="accent1"/>
            </a:effectRef>
            <a:fontRef idx="minor">
              <a:schemeClr val="tx1"/>
            </a:fontRef>
          </p:style>
        </p:cxnSp>
        <p:cxnSp>
          <p:nvCxnSpPr>
            <p:cNvPr id="271" name="Connettore 1 270"/>
            <p:cNvCxnSpPr/>
            <p:nvPr userDrawn="1"/>
          </p:nvCxnSpPr>
          <p:spPr>
            <a:xfrm>
              <a:off x="16253907" y="275867"/>
              <a:ext cx="0" cy="567843"/>
            </a:xfrm>
            <a:prstGeom prst="line">
              <a:avLst/>
            </a:prstGeom>
            <a:ln w="12700">
              <a:solidFill>
                <a:schemeClr val="bg1"/>
              </a:solidFill>
            </a:ln>
            <a:effectLst/>
          </p:spPr>
          <p:style>
            <a:lnRef idx="2">
              <a:schemeClr val="accent1"/>
            </a:lnRef>
            <a:fillRef idx="0">
              <a:schemeClr val="accent1"/>
            </a:fillRef>
            <a:effectRef idx="1">
              <a:schemeClr val="accent1"/>
            </a:effectRef>
            <a:fontRef idx="minor">
              <a:schemeClr val="tx1"/>
            </a:fontRef>
          </p:style>
        </p:cxnSp>
        <p:cxnSp>
          <p:nvCxnSpPr>
            <p:cNvPr id="272" name="Connettore 1 271"/>
            <p:cNvCxnSpPr/>
            <p:nvPr userDrawn="1"/>
          </p:nvCxnSpPr>
          <p:spPr>
            <a:xfrm>
              <a:off x="16402774" y="275867"/>
              <a:ext cx="0" cy="567843"/>
            </a:xfrm>
            <a:prstGeom prst="line">
              <a:avLst/>
            </a:prstGeom>
            <a:ln w="12700">
              <a:solidFill>
                <a:schemeClr val="bg1"/>
              </a:solidFill>
            </a:ln>
            <a:effectLst/>
          </p:spPr>
          <p:style>
            <a:lnRef idx="2">
              <a:schemeClr val="accent1"/>
            </a:lnRef>
            <a:fillRef idx="0">
              <a:schemeClr val="accent1"/>
            </a:fillRef>
            <a:effectRef idx="1">
              <a:schemeClr val="accent1"/>
            </a:effectRef>
            <a:fontRef idx="minor">
              <a:schemeClr val="tx1"/>
            </a:fontRef>
          </p:style>
        </p:cxnSp>
        <p:cxnSp>
          <p:nvCxnSpPr>
            <p:cNvPr id="273" name="Connettore 1 272"/>
            <p:cNvCxnSpPr/>
            <p:nvPr userDrawn="1"/>
          </p:nvCxnSpPr>
          <p:spPr>
            <a:xfrm>
              <a:off x="16551641" y="275867"/>
              <a:ext cx="0" cy="567843"/>
            </a:xfrm>
            <a:prstGeom prst="line">
              <a:avLst/>
            </a:prstGeom>
            <a:ln w="12700">
              <a:solidFill>
                <a:schemeClr val="bg1"/>
              </a:solidFill>
            </a:ln>
            <a:effectLst/>
          </p:spPr>
          <p:style>
            <a:lnRef idx="2">
              <a:schemeClr val="accent1"/>
            </a:lnRef>
            <a:fillRef idx="0">
              <a:schemeClr val="accent1"/>
            </a:fillRef>
            <a:effectRef idx="1">
              <a:schemeClr val="accent1"/>
            </a:effectRef>
            <a:fontRef idx="minor">
              <a:schemeClr val="tx1"/>
            </a:fontRef>
          </p:style>
        </p:cxnSp>
        <p:cxnSp>
          <p:nvCxnSpPr>
            <p:cNvPr id="274" name="Connettore 1 273"/>
            <p:cNvCxnSpPr/>
            <p:nvPr userDrawn="1"/>
          </p:nvCxnSpPr>
          <p:spPr>
            <a:xfrm>
              <a:off x="16700508" y="275867"/>
              <a:ext cx="0" cy="567843"/>
            </a:xfrm>
            <a:prstGeom prst="line">
              <a:avLst/>
            </a:prstGeom>
            <a:ln w="12700">
              <a:solidFill>
                <a:schemeClr val="bg1"/>
              </a:solidFill>
            </a:ln>
            <a:effectLst/>
          </p:spPr>
          <p:style>
            <a:lnRef idx="2">
              <a:schemeClr val="accent1"/>
            </a:lnRef>
            <a:fillRef idx="0">
              <a:schemeClr val="accent1"/>
            </a:fillRef>
            <a:effectRef idx="1">
              <a:schemeClr val="accent1"/>
            </a:effectRef>
            <a:fontRef idx="minor">
              <a:schemeClr val="tx1"/>
            </a:fontRef>
          </p:style>
        </p:cxnSp>
        <p:cxnSp>
          <p:nvCxnSpPr>
            <p:cNvPr id="275" name="Connettore 1 274"/>
            <p:cNvCxnSpPr/>
            <p:nvPr userDrawn="1"/>
          </p:nvCxnSpPr>
          <p:spPr>
            <a:xfrm>
              <a:off x="16849375" y="275867"/>
              <a:ext cx="0" cy="567843"/>
            </a:xfrm>
            <a:prstGeom prst="line">
              <a:avLst/>
            </a:prstGeom>
            <a:ln w="12700">
              <a:solidFill>
                <a:schemeClr val="bg1"/>
              </a:solidFill>
            </a:ln>
            <a:effectLst/>
          </p:spPr>
          <p:style>
            <a:lnRef idx="2">
              <a:schemeClr val="accent1"/>
            </a:lnRef>
            <a:fillRef idx="0">
              <a:schemeClr val="accent1"/>
            </a:fillRef>
            <a:effectRef idx="1">
              <a:schemeClr val="accent1"/>
            </a:effectRef>
            <a:fontRef idx="minor">
              <a:schemeClr val="tx1"/>
            </a:fontRef>
          </p:style>
        </p:cxnSp>
        <p:cxnSp>
          <p:nvCxnSpPr>
            <p:cNvPr id="276" name="Connettore 1 275"/>
            <p:cNvCxnSpPr/>
            <p:nvPr userDrawn="1"/>
          </p:nvCxnSpPr>
          <p:spPr>
            <a:xfrm>
              <a:off x="16998242" y="275867"/>
              <a:ext cx="0" cy="567843"/>
            </a:xfrm>
            <a:prstGeom prst="line">
              <a:avLst/>
            </a:prstGeom>
            <a:ln w="12700">
              <a:solidFill>
                <a:schemeClr val="bg1"/>
              </a:solidFill>
            </a:ln>
            <a:effectLst/>
          </p:spPr>
          <p:style>
            <a:lnRef idx="2">
              <a:schemeClr val="accent1"/>
            </a:lnRef>
            <a:fillRef idx="0">
              <a:schemeClr val="accent1"/>
            </a:fillRef>
            <a:effectRef idx="1">
              <a:schemeClr val="accent1"/>
            </a:effectRef>
            <a:fontRef idx="minor">
              <a:schemeClr val="tx1"/>
            </a:fontRef>
          </p:style>
        </p:cxnSp>
        <p:cxnSp>
          <p:nvCxnSpPr>
            <p:cNvPr id="277" name="Connettore 1 276"/>
            <p:cNvCxnSpPr/>
            <p:nvPr userDrawn="1"/>
          </p:nvCxnSpPr>
          <p:spPr>
            <a:xfrm>
              <a:off x="17147109" y="275867"/>
              <a:ext cx="0" cy="567843"/>
            </a:xfrm>
            <a:prstGeom prst="line">
              <a:avLst/>
            </a:prstGeom>
            <a:ln w="12700">
              <a:solidFill>
                <a:schemeClr val="bg1"/>
              </a:solidFill>
            </a:ln>
            <a:effectLst/>
          </p:spPr>
          <p:style>
            <a:lnRef idx="2">
              <a:schemeClr val="accent1"/>
            </a:lnRef>
            <a:fillRef idx="0">
              <a:schemeClr val="accent1"/>
            </a:fillRef>
            <a:effectRef idx="1">
              <a:schemeClr val="accent1"/>
            </a:effectRef>
            <a:fontRef idx="minor">
              <a:schemeClr val="tx1"/>
            </a:fontRef>
          </p:style>
        </p:cxnSp>
        <p:cxnSp>
          <p:nvCxnSpPr>
            <p:cNvPr id="278" name="Connettore 1 277"/>
            <p:cNvCxnSpPr/>
            <p:nvPr userDrawn="1"/>
          </p:nvCxnSpPr>
          <p:spPr>
            <a:xfrm>
              <a:off x="17295976" y="275867"/>
              <a:ext cx="0" cy="567843"/>
            </a:xfrm>
            <a:prstGeom prst="line">
              <a:avLst/>
            </a:prstGeom>
            <a:ln w="12700">
              <a:solidFill>
                <a:schemeClr val="bg1"/>
              </a:solidFill>
            </a:ln>
            <a:effectLst/>
          </p:spPr>
          <p:style>
            <a:lnRef idx="2">
              <a:schemeClr val="accent1"/>
            </a:lnRef>
            <a:fillRef idx="0">
              <a:schemeClr val="accent1"/>
            </a:fillRef>
            <a:effectRef idx="1">
              <a:schemeClr val="accent1"/>
            </a:effectRef>
            <a:fontRef idx="minor">
              <a:schemeClr val="tx1"/>
            </a:fontRef>
          </p:style>
        </p:cxnSp>
        <p:cxnSp>
          <p:nvCxnSpPr>
            <p:cNvPr id="279" name="Connettore 1 278"/>
            <p:cNvCxnSpPr/>
            <p:nvPr userDrawn="1"/>
          </p:nvCxnSpPr>
          <p:spPr>
            <a:xfrm>
              <a:off x="17444843" y="275867"/>
              <a:ext cx="0" cy="567843"/>
            </a:xfrm>
            <a:prstGeom prst="line">
              <a:avLst/>
            </a:prstGeom>
            <a:ln w="12700">
              <a:solidFill>
                <a:schemeClr val="bg1"/>
              </a:solidFill>
            </a:ln>
            <a:effectLst/>
          </p:spPr>
          <p:style>
            <a:lnRef idx="2">
              <a:schemeClr val="accent1"/>
            </a:lnRef>
            <a:fillRef idx="0">
              <a:schemeClr val="accent1"/>
            </a:fillRef>
            <a:effectRef idx="1">
              <a:schemeClr val="accent1"/>
            </a:effectRef>
            <a:fontRef idx="minor">
              <a:schemeClr val="tx1"/>
            </a:fontRef>
          </p:style>
        </p:cxnSp>
        <p:cxnSp>
          <p:nvCxnSpPr>
            <p:cNvPr id="280" name="Connettore 1 279"/>
            <p:cNvCxnSpPr/>
            <p:nvPr userDrawn="1"/>
          </p:nvCxnSpPr>
          <p:spPr>
            <a:xfrm>
              <a:off x="17593710" y="275867"/>
              <a:ext cx="0" cy="567843"/>
            </a:xfrm>
            <a:prstGeom prst="line">
              <a:avLst/>
            </a:prstGeom>
            <a:ln w="12700">
              <a:solidFill>
                <a:schemeClr val="bg1"/>
              </a:solidFill>
            </a:ln>
            <a:effectLst/>
          </p:spPr>
          <p:style>
            <a:lnRef idx="2">
              <a:schemeClr val="accent1"/>
            </a:lnRef>
            <a:fillRef idx="0">
              <a:schemeClr val="accent1"/>
            </a:fillRef>
            <a:effectRef idx="1">
              <a:schemeClr val="accent1"/>
            </a:effectRef>
            <a:fontRef idx="minor">
              <a:schemeClr val="tx1"/>
            </a:fontRef>
          </p:style>
        </p:cxnSp>
        <p:cxnSp>
          <p:nvCxnSpPr>
            <p:cNvPr id="281" name="Connettore 1 280"/>
            <p:cNvCxnSpPr/>
            <p:nvPr userDrawn="1"/>
          </p:nvCxnSpPr>
          <p:spPr>
            <a:xfrm>
              <a:off x="17742577" y="275867"/>
              <a:ext cx="0" cy="567843"/>
            </a:xfrm>
            <a:prstGeom prst="line">
              <a:avLst/>
            </a:prstGeom>
            <a:ln w="12700">
              <a:solidFill>
                <a:schemeClr val="bg1"/>
              </a:solidFill>
            </a:ln>
            <a:effectLst/>
          </p:spPr>
          <p:style>
            <a:lnRef idx="2">
              <a:schemeClr val="accent1"/>
            </a:lnRef>
            <a:fillRef idx="0">
              <a:schemeClr val="accent1"/>
            </a:fillRef>
            <a:effectRef idx="1">
              <a:schemeClr val="accent1"/>
            </a:effectRef>
            <a:fontRef idx="minor">
              <a:schemeClr val="tx1"/>
            </a:fontRef>
          </p:style>
        </p:cxnSp>
        <p:cxnSp>
          <p:nvCxnSpPr>
            <p:cNvPr id="282" name="Connettore 1 281"/>
            <p:cNvCxnSpPr/>
            <p:nvPr userDrawn="1"/>
          </p:nvCxnSpPr>
          <p:spPr>
            <a:xfrm>
              <a:off x="17891444" y="275867"/>
              <a:ext cx="0" cy="567843"/>
            </a:xfrm>
            <a:prstGeom prst="line">
              <a:avLst/>
            </a:prstGeom>
            <a:ln w="12700">
              <a:solidFill>
                <a:schemeClr val="bg1"/>
              </a:solidFill>
            </a:ln>
            <a:effectLst/>
          </p:spPr>
          <p:style>
            <a:lnRef idx="2">
              <a:schemeClr val="accent1"/>
            </a:lnRef>
            <a:fillRef idx="0">
              <a:schemeClr val="accent1"/>
            </a:fillRef>
            <a:effectRef idx="1">
              <a:schemeClr val="accent1"/>
            </a:effectRef>
            <a:fontRef idx="minor">
              <a:schemeClr val="tx1"/>
            </a:fontRef>
          </p:style>
        </p:cxnSp>
        <p:cxnSp>
          <p:nvCxnSpPr>
            <p:cNvPr id="283" name="Connettore 1 282"/>
            <p:cNvCxnSpPr/>
            <p:nvPr userDrawn="1"/>
          </p:nvCxnSpPr>
          <p:spPr>
            <a:xfrm>
              <a:off x="18040311" y="275867"/>
              <a:ext cx="0" cy="567843"/>
            </a:xfrm>
            <a:prstGeom prst="line">
              <a:avLst/>
            </a:prstGeom>
            <a:ln w="12700">
              <a:solidFill>
                <a:schemeClr val="bg1"/>
              </a:solidFill>
            </a:ln>
            <a:effectLst/>
          </p:spPr>
          <p:style>
            <a:lnRef idx="2">
              <a:schemeClr val="accent1"/>
            </a:lnRef>
            <a:fillRef idx="0">
              <a:schemeClr val="accent1"/>
            </a:fillRef>
            <a:effectRef idx="1">
              <a:schemeClr val="accent1"/>
            </a:effectRef>
            <a:fontRef idx="minor">
              <a:schemeClr val="tx1"/>
            </a:fontRef>
          </p:style>
        </p:cxnSp>
        <p:cxnSp>
          <p:nvCxnSpPr>
            <p:cNvPr id="284" name="Connettore 1 283"/>
            <p:cNvCxnSpPr/>
            <p:nvPr userDrawn="1"/>
          </p:nvCxnSpPr>
          <p:spPr>
            <a:xfrm>
              <a:off x="18189178" y="275867"/>
              <a:ext cx="0" cy="567843"/>
            </a:xfrm>
            <a:prstGeom prst="line">
              <a:avLst/>
            </a:prstGeom>
            <a:ln w="12700">
              <a:solidFill>
                <a:schemeClr val="bg1"/>
              </a:solidFill>
            </a:ln>
            <a:effectLst/>
          </p:spPr>
          <p:style>
            <a:lnRef idx="2">
              <a:schemeClr val="accent1"/>
            </a:lnRef>
            <a:fillRef idx="0">
              <a:schemeClr val="accent1"/>
            </a:fillRef>
            <a:effectRef idx="1">
              <a:schemeClr val="accent1"/>
            </a:effectRef>
            <a:fontRef idx="minor">
              <a:schemeClr val="tx1"/>
            </a:fontRef>
          </p:style>
        </p:cxnSp>
        <p:cxnSp>
          <p:nvCxnSpPr>
            <p:cNvPr id="285" name="Connettore 1 284"/>
            <p:cNvCxnSpPr/>
            <p:nvPr userDrawn="1"/>
          </p:nvCxnSpPr>
          <p:spPr>
            <a:xfrm>
              <a:off x="18338045" y="275867"/>
              <a:ext cx="0" cy="567843"/>
            </a:xfrm>
            <a:prstGeom prst="line">
              <a:avLst/>
            </a:prstGeom>
            <a:ln w="12700">
              <a:solidFill>
                <a:schemeClr val="bg1"/>
              </a:solidFill>
            </a:ln>
            <a:effectLst/>
          </p:spPr>
          <p:style>
            <a:lnRef idx="2">
              <a:schemeClr val="accent1"/>
            </a:lnRef>
            <a:fillRef idx="0">
              <a:schemeClr val="accent1"/>
            </a:fillRef>
            <a:effectRef idx="1">
              <a:schemeClr val="accent1"/>
            </a:effectRef>
            <a:fontRef idx="minor">
              <a:schemeClr val="tx1"/>
            </a:fontRef>
          </p:style>
        </p:cxnSp>
        <p:cxnSp>
          <p:nvCxnSpPr>
            <p:cNvPr id="286" name="Connettore 1 285"/>
            <p:cNvCxnSpPr/>
            <p:nvPr userDrawn="1"/>
          </p:nvCxnSpPr>
          <p:spPr>
            <a:xfrm>
              <a:off x="18486912" y="275867"/>
              <a:ext cx="0" cy="567843"/>
            </a:xfrm>
            <a:prstGeom prst="line">
              <a:avLst/>
            </a:prstGeom>
            <a:ln w="12700">
              <a:solidFill>
                <a:schemeClr val="bg1"/>
              </a:solidFill>
            </a:ln>
            <a:effectLst/>
          </p:spPr>
          <p:style>
            <a:lnRef idx="2">
              <a:schemeClr val="accent1"/>
            </a:lnRef>
            <a:fillRef idx="0">
              <a:schemeClr val="accent1"/>
            </a:fillRef>
            <a:effectRef idx="1">
              <a:schemeClr val="accent1"/>
            </a:effectRef>
            <a:fontRef idx="minor">
              <a:schemeClr val="tx1"/>
            </a:fontRef>
          </p:style>
        </p:cxnSp>
        <p:cxnSp>
          <p:nvCxnSpPr>
            <p:cNvPr id="287" name="Connettore 1 286"/>
            <p:cNvCxnSpPr/>
            <p:nvPr userDrawn="1"/>
          </p:nvCxnSpPr>
          <p:spPr>
            <a:xfrm>
              <a:off x="18635779" y="275867"/>
              <a:ext cx="0" cy="567843"/>
            </a:xfrm>
            <a:prstGeom prst="line">
              <a:avLst/>
            </a:prstGeom>
            <a:ln w="12700">
              <a:solidFill>
                <a:schemeClr val="bg1"/>
              </a:solidFill>
            </a:ln>
            <a:effectLst/>
          </p:spPr>
          <p:style>
            <a:lnRef idx="2">
              <a:schemeClr val="accent1"/>
            </a:lnRef>
            <a:fillRef idx="0">
              <a:schemeClr val="accent1"/>
            </a:fillRef>
            <a:effectRef idx="1">
              <a:schemeClr val="accent1"/>
            </a:effectRef>
            <a:fontRef idx="minor">
              <a:schemeClr val="tx1"/>
            </a:fontRef>
          </p:style>
        </p:cxnSp>
        <p:cxnSp>
          <p:nvCxnSpPr>
            <p:cNvPr id="288" name="Connettore 1 287"/>
            <p:cNvCxnSpPr/>
            <p:nvPr userDrawn="1"/>
          </p:nvCxnSpPr>
          <p:spPr>
            <a:xfrm>
              <a:off x="18784646" y="275867"/>
              <a:ext cx="0" cy="567843"/>
            </a:xfrm>
            <a:prstGeom prst="line">
              <a:avLst/>
            </a:prstGeom>
            <a:ln w="12700">
              <a:solidFill>
                <a:schemeClr val="bg1"/>
              </a:solidFill>
            </a:ln>
            <a:effectLst/>
          </p:spPr>
          <p:style>
            <a:lnRef idx="2">
              <a:schemeClr val="accent1"/>
            </a:lnRef>
            <a:fillRef idx="0">
              <a:schemeClr val="accent1"/>
            </a:fillRef>
            <a:effectRef idx="1">
              <a:schemeClr val="accent1"/>
            </a:effectRef>
            <a:fontRef idx="minor">
              <a:schemeClr val="tx1"/>
            </a:fontRef>
          </p:style>
        </p:cxnSp>
        <p:cxnSp>
          <p:nvCxnSpPr>
            <p:cNvPr id="289" name="Connettore 1 288"/>
            <p:cNvCxnSpPr/>
            <p:nvPr userDrawn="1"/>
          </p:nvCxnSpPr>
          <p:spPr>
            <a:xfrm>
              <a:off x="18933462" y="275867"/>
              <a:ext cx="0" cy="567843"/>
            </a:xfrm>
            <a:prstGeom prst="line">
              <a:avLst/>
            </a:prstGeom>
            <a:ln w="12700">
              <a:solidFill>
                <a:schemeClr val="bg1"/>
              </a:solidFill>
            </a:ln>
            <a:effectLst/>
          </p:spPr>
          <p:style>
            <a:lnRef idx="2">
              <a:schemeClr val="accent1"/>
            </a:lnRef>
            <a:fillRef idx="0">
              <a:schemeClr val="accent1"/>
            </a:fillRef>
            <a:effectRef idx="1">
              <a:schemeClr val="accent1"/>
            </a:effectRef>
            <a:fontRef idx="minor">
              <a:schemeClr val="tx1"/>
            </a:fontRef>
          </p:style>
        </p:cxnSp>
      </p:grpSp>
      <p:sp>
        <p:nvSpPr>
          <p:cNvPr id="2" name="Titolo 1"/>
          <p:cNvSpPr>
            <a:spLocks noGrp="1"/>
          </p:cNvSpPr>
          <p:nvPr>
            <p:ph type="ctrTitle"/>
          </p:nvPr>
        </p:nvSpPr>
        <p:spPr>
          <a:xfrm>
            <a:off x="641534" y="4149725"/>
            <a:ext cx="7772400" cy="968375"/>
          </a:xfrm>
        </p:spPr>
        <p:txBody>
          <a:bodyPr>
            <a:normAutofit/>
          </a:bodyPr>
          <a:lstStyle>
            <a:lvl1pPr>
              <a:defRPr sz="3600"/>
            </a:lvl1pPr>
          </a:lstStyle>
          <a:p>
            <a:r>
              <a:rPr lang="it-IT" dirty="0"/>
              <a:t>Fare clic per modificare lo stile del titolo</a:t>
            </a:r>
          </a:p>
        </p:txBody>
      </p:sp>
      <p:sp>
        <p:nvSpPr>
          <p:cNvPr id="3" name="Sottotitolo 2"/>
          <p:cNvSpPr>
            <a:spLocks noGrp="1"/>
          </p:cNvSpPr>
          <p:nvPr>
            <p:ph type="subTitle" idx="1"/>
          </p:nvPr>
        </p:nvSpPr>
        <p:spPr>
          <a:xfrm>
            <a:off x="641534" y="5260975"/>
            <a:ext cx="7772400" cy="1333500"/>
          </a:xfrm>
        </p:spPr>
        <p:txBody>
          <a:bodyPr/>
          <a:lstStyle>
            <a:lvl1pPr marL="0" indent="0" algn="l">
              <a:buNone/>
              <a:defRPr>
                <a:solidFill>
                  <a:schemeClr val="bg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it-IT" dirty="0"/>
              <a:t>Fare clic per modificare lo stile del sottotitolo dello schema</a:t>
            </a:r>
          </a:p>
        </p:txBody>
      </p:sp>
    </p:spTree>
    <p:extLst>
      <p:ext uri="{BB962C8B-B14F-4D97-AF65-F5344CB8AC3E}">
        <p14:creationId xmlns:p14="http://schemas.microsoft.com/office/powerpoint/2010/main" val="51481261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olo e contenuto">
    <p:spTree>
      <p:nvGrpSpPr>
        <p:cNvPr id="1" name=""/>
        <p:cNvGrpSpPr/>
        <p:nvPr/>
      </p:nvGrpSpPr>
      <p:grpSpPr>
        <a:xfrm>
          <a:off x="0" y="0"/>
          <a:ext cx="0" cy="0"/>
          <a:chOff x="0" y="0"/>
          <a:chExt cx="0" cy="0"/>
        </a:xfrm>
      </p:grpSpPr>
      <p:sp>
        <p:nvSpPr>
          <p:cNvPr id="253" name="Rettangolo 252"/>
          <p:cNvSpPr/>
          <p:nvPr userDrawn="1"/>
        </p:nvSpPr>
        <p:spPr>
          <a:xfrm>
            <a:off x="0" y="1"/>
            <a:ext cx="9144000" cy="1269904"/>
          </a:xfrm>
          <a:prstGeom prst="rect">
            <a:avLst/>
          </a:prstGeom>
          <a:solidFill>
            <a:srgbClr val="728F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it-IT"/>
          </a:p>
        </p:txBody>
      </p:sp>
      <p:sp>
        <p:nvSpPr>
          <p:cNvPr id="2" name="Titolo 1"/>
          <p:cNvSpPr>
            <a:spLocks noGrp="1"/>
          </p:cNvSpPr>
          <p:nvPr>
            <p:ph type="title"/>
          </p:nvPr>
        </p:nvSpPr>
        <p:spPr/>
        <p:txBody>
          <a:bodyPr/>
          <a:lstStyle/>
          <a:p>
            <a:r>
              <a:rPr lang="it-IT"/>
              <a:t>Fare clic per modificare lo stile del titolo</a:t>
            </a:r>
          </a:p>
        </p:txBody>
      </p:sp>
      <p:sp>
        <p:nvSpPr>
          <p:cNvPr id="3" name="Segnaposto contenuto 2"/>
          <p:cNvSpPr>
            <a:spLocks noGrp="1"/>
          </p:cNvSpPr>
          <p:nvPr>
            <p:ph idx="1"/>
          </p:nvPr>
        </p:nvSpPr>
        <p:spPr>
          <a:xfrm>
            <a:off x="457200" y="1600200"/>
            <a:ext cx="8323726" cy="4525963"/>
          </a:xfrm>
        </p:spPr>
        <p:txBody>
          <a:bodyPr/>
          <a:lstStyle/>
          <a:p>
            <a:pPr lvl="0"/>
            <a:r>
              <a:rPr lang="it-IT" dirty="0"/>
              <a:t>Fare clic per modificare stili del testo dello schema</a:t>
            </a:r>
          </a:p>
          <a:p>
            <a:pPr lvl="1"/>
            <a:r>
              <a:rPr lang="it-IT" dirty="0"/>
              <a:t>Secondo livello</a:t>
            </a:r>
          </a:p>
          <a:p>
            <a:pPr lvl="2"/>
            <a:r>
              <a:rPr lang="it-IT" dirty="0"/>
              <a:t>Terzo livello</a:t>
            </a:r>
          </a:p>
          <a:p>
            <a:pPr lvl="3"/>
            <a:r>
              <a:rPr lang="it-IT" dirty="0"/>
              <a:t>Quarto livello</a:t>
            </a:r>
          </a:p>
          <a:p>
            <a:pPr lvl="4"/>
            <a:r>
              <a:rPr lang="it-IT" dirty="0"/>
              <a:t>Quinto livello</a:t>
            </a:r>
          </a:p>
        </p:txBody>
      </p:sp>
      <p:sp>
        <p:nvSpPr>
          <p:cNvPr id="129" name="Rettangolo 128"/>
          <p:cNvSpPr/>
          <p:nvPr userDrawn="1"/>
        </p:nvSpPr>
        <p:spPr>
          <a:xfrm>
            <a:off x="0" y="6126162"/>
            <a:ext cx="9144000" cy="731837"/>
          </a:xfrm>
          <a:prstGeom prst="rect">
            <a:avLst/>
          </a:prstGeom>
          <a:solidFill>
            <a:srgbClr val="728F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it-IT"/>
          </a:p>
        </p:txBody>
      </p:sp>
      <p:sp>
        <p:nvSpPr>
          <p:cNvPr id="130" name="CasellaDiTesto 129"/>
          <p:cNvSpPr txBox="1"/>
          <p:nvPr userDrawn="1"/>
        </p:nvSpPr>
        <p:spPr>
          <a:xfrm>
            <a:off x="157778" y="6363505"/>
            <a:ext cx="3069174" cy="276999"/>
          </a:xfrm>
          <a:prstGeom prst="rect">
            <a:avLst/>
          </a:prstGeom>
          <a:noFill/>
        </p:spPr>
        <p:txBody>
          <a:bodyPr wrap="none" rtlCol="0">
            <a:spAutoFit/>
          </a:bodyPr>
          <a:lstStyle/>
          <a:p>
            <a:r>
              <a:rPr lang="it-IT" sz="1200" b="1" dirty="0">
                <a:solidFill>
                  <a:srgbClr val="FFFFFF"/>
                </a:solidFill>
                <a:latin typeface="Arial"/>
                <a:cs typeface="Arial"/>
              </a:rPr>
              <a:t>Nome Cognome</a:t>
            </a:r>
            <a:r>
              <a:rPr lang="it-IT" sz="1200" b="1" baseline="0" dirty="0">
                <a:solidFill>
                  <a:srgbClr val="FFFFFF"/>
                </a:solidFill>
                <a:latin typeface="Arial"/>
                <a:cs typeface="Arial"/>
              </a:rPr>
              <a:t>, </a:t>
            </a:r>
            <a:r>
              <a:rPr lang="it-IT" sz="1200" b="1" baseline="0" dirty="0" err="1">
                <a:solidFill>
                  <a:srgbClr val="FFFFFF"/>
                </a:solidFill>
                <a:latin typeface="Arial"/>
                <a:cs typeface="Arial"/>
              </a:rPr>
              <a:t>assoc.prof</a:t>
            </a:r>
            <a:r>
              <a:rPr lang="it-IT" sz="1200" b="1" baseline="0" dirty="0">
                <a:solidFill>
                  <a:srgbClr val="FFFFFF"/>
                </a:solidFill>
                <a:latin typeface="Arial"/>
                <a:cs typeface="Arial"/>
              </a:rPr>
              <a:t>. ABC </a:t>
            </a:r>
            <a:r>
              <a:rPr lang="it-IT" sz="1200" b="1" baseline="0" dirty="0" err="1">
                <a:solidFill>
                  <a:srgbClr val="FFFFFF"/>
                </a:solidFill>
                <a:latin typeface="Arial"/>
                <a:cs typeface="Arial"/>
              </a:rPr>
              <a:t>Dept</a:t>
            </a:r>
            <a:r>
              <a:rPr lang="it-IT" sz="1200" b="1" baseline="0" dirty="0">
                <a:solidFill>
                  <a:srgbClr val="FFFFFF"/>
                </a:solidFill>
                <a:latin typeface="Arial"/>
                <a:cs typeface="Arial"/>
              </a:rPr>
              <a:t>.</a:t>
            </a:r>
            <a:endParaRPr lang="it-IT" sz="1200" b="1" dirty="0">
              <a:solidFill>
                <a:srgbClr val="FFFFFF"/>
              </a:solidFill>
              <a:latin typeface="Arial"/>
              <a:cs typeface="Arial"/>
            </a:endParaRPr>
          </a:p>
        </p:txBody>
      </p:sp>
      <p:grpSp>
        <p:nvGrpSpPr>
          <p:cNvPr id="132" name="Gruppo 131"/>
          <p:cNvGrpSpPr/>
          <p:nvPr userDrawn="1"/>
        </p:nvGrpSpPr>
        <p:grpSpPr>
          <a:xfrm>
            <a:off x="48007" y="1089904"/>
            <a:ext cx="9036647" cy="180000"/>
            <a:chOff x="1218340" y="275867"/>
            <a:chExt cx="17715122" cy="567843"/>
          </a:xfrm>
        </p:grpSpPr>
        <p:cxnSp>
          <p:nvCxnSpPr>
            <p:cNvPr id="133" name="Connettore 1 132"/>
            <p:cNvCxnSpPr/>
            <p:nvPr userDrawn="1"/>
          </p:nvCxnSpPr>
          <p:spPr>
            <a:xfrm>
              <a:off x="1218340" y="275867"/>
              <a:ext cx="0" cy="567843"/>
            </a:xfrm>
            <a:prstGeom prst="line">
              <a:avLst/>
            </a:prstGeom>
            <a:ln w="12700">
              <a:solidFill>
                <a:schemeClr val="bg1"/>
              </a:solidFill>
            </a:ln>
            <a:effectLst/>
          </p:spPr>
          <p:style>
            <a:lnRef idx="2">
              <a:schemeClr val="accent1"/>
            </a:lnRef>
            <a:fillRef idx="0">
              <a:schemeClr val="accent1"/>
            </a:fillRef>
            <a:effectRef idx="1">
              <a:schemeClr val="accent1"/>
            </a:effectRef>
            <a:fontRef idx="minor">
              <a:schemeClr val="tx1"/>
            </a:fontRef>
          </p:style>
        </p:cxnSp>
        <p:cxnSp>
          <p:nvCxnSpPr>
            <p:cNvPr id="134" name="Connettore 1 133"/>
            <p:cNvCxnSpPr/>
            <p:nvPr userDrawn="1"/>
          </p:nvCxnSpPr>
          <p:spPr>
            <a:xfrm>
              <a:off x="1367207" y="275867"/>
              <a:ext cx="0" cy="567843"/>
            </a:xfrm>
            <a:prstGeom prst="line">
              <a:avLst/>
            </a:prstGeom>
            <a:ln w="12700">
              <a:solidFill>
                <a:schemeClr val="bg1"/>
              </a:solidFill>
            </a:ln>
            <a:effectLst/>
          </p:spPr>
          <p:style>
            <a:lnRef idx="2">
              <a:schemeClr val="accent1"/>
            </a:lnRef>
            <a:fillRef idx="0">
              <a:schemeClr val="accent1"/>
            </a:fillRef>
            <a:effectRef idx="1">
              <a:schemeClr val="accent1"/>
            </a:effectRef>
            <a:fontRef idx="minor">
              <a:schemeClr val="tx1"/>
            </a:fontRef>
          </p:style>
        </p:cxnSp>
        <p:cxnSp>
          <p:nvCxnSpPr>
            <p:cNvPr id="135" name="Connettore 1 134"/>
            <p:cNvCxnSpPr/>
            <p:nvPr userDrawn="1"/>
          </p:nvCxnSpPr>
          <p:spPr>
            <a:xfrm>
              <a:off x="1516074" y="275867"/>
              <a:ext cx="0" cy="567843"/>
            </a:xfrm>
            <a:prstGeom prst="line">
              <a:avLst/>
            </a:prstGeom>
            <a:ln w="12700">
              <a:solidFill>
                <a:schemeClr val="bg1"/>
              </a:solidFill>
            </a:ln>
            <a:effectLst/>
          </p:spPr>
          <p:style>
            <a:lnRef idx="2">
              <a:schemeClr val="accent1"/>
            </a:lnRef>
            <a:fillRef idx="0">
              <a:schemeClr val="accent1"/>
            </a:fillRef>
            <a:effectRef idx="1">
              <a:schemeClr val="accent1"/>
            </a:effectRef>
            <a:fontRef idx="minor">
              <a:schemeClr val="tx1"/>
            </a:fontRef>
          </p:style>
        </p:cxnSp>
        <p:cxnSp>
          <p:nvCxnSpPr>
            <p:cNvPr id="136" name="Connettore 1 135"/>
            <p:cNvCxnSpPr/>
            <p:nvPr userDrawn="1"/>
          </p:nvCxnSpPr>
          <p:spPr>
            <a:xfrm>
              <a:off x="1664941" y="275867"/>
              <a:ext cx="0" cy="567843"/>
            </a:xfrm>
            <a:prstGeom prst="line">
              <a:avLst/>
            </a:prstGeom>
            <a:ln w="12700">
              <a:solidFill>
                <a:schemeClr val="bg1"/>
              </a:solidFill>
            </a:ln>
            <a:effectLst/>
          </p:spPr>
          <p:style>
            <a:lnRef idx="2">
              <a:schemeClr val="accent1"/>
            </a:lnRef>
            <a:fillRef idx="0">
              <a:schemeClr val="accent1"/>
            </a:fillRef>
            <a:effectRef idx="1">
              <a:schemeClr val="accent1"/>
            </a:effectRef>
            <a:fontRef idx="minor">
              <a:schemeClr val="tx1"/>
            </a:fontRef>
          </p:style>
        </p:cxnSp>
        <p:cxnSp>
          <p:nvCxnSpPr>
            <p:cNvPr id="137" name="Connettore 1 136"/>
            <p:cNvCxnSpPr/>
            <p:nvPr userDrawn="1"/>
          </p:nvCxnSpPr>
          <p:spPr>
            <a:xfrm>
              <a:off x="1813808" y="275867"/>
              <a:ext cx="0" cy="567843"/>
            </a:xfrm>
            <a:prstGeom prst="line">
              <a:avLst/>
            </a:prstGeom>
            <a:ln w="12700">
              <a:solidFill>
                <a:schemeClr val="bg1"/>
              </a:solidFill>
            </a:ln>
            <a:effectLst/>
          </p:spPr>
          <p:style>
            <a:lnRef idx="2">
              <a:schemeClr val="accent1"/>
            </a:lnRef>
            <a:fillRef idx="0">
              <a:schemeClr val="accent1"/>
            </a:fillRef>
            <a:effectRef idx="1">
              <a:schemeClr val="accent1"/>
            </a:effectRef>
            <a:fontRef idx="minor">
              <a:schemeClr val="tx1"/>
            </a:fontRef>
          </p:style>
        </p:cxnSp>
        <p:cxnSp>
          <p:nvCxnSpPr>
            <p:cNvPr id="138" name="Connettore 1 137"/>
            <p:cNvCxnSpPr/>
            <p:nvPr userDrawn="1"/>
          </p:nvCxnSpPr>
          <p:spPr>
            <a:xfrm>
              <a:off x="1962675" y="275867"/>
              <a:ext cx="0" cy="567843"/>
            </a:xfrm>
            <a:prstGeom prst="line">
              <a:avLst/>
            </a:prstGeom>
            <a:ln w="12700">
              <a:solidFill>
                <a:schemeClr val="bg1"/>
              </a:solidFill>
            </a:ln>
            <a:effectLst/>
          </p:spPr>
          <p:style>
            <a:lnRef idx="2">
              <a:schemeClr val="accent1"/>
            </a:lnRef>
            <a:fillRef idx="0">
              <a:schemeClr val="accent1"/>
            </a:fillRef>
            <a:effectRef idx="1">
              <a:schemeClr val="accent1"/>
            </a:effectRef>
            <a:fontRef idx="minor">
              <a:schemeClr val="tx1"/>
            </a:fontRef>
          </p:style>
        </p:cxnSp>
        <p:cxnSp>
          <p:nvCxnSpPr>
            <p:cNvPr id="139" name="Connettore 1 138"/>
            <p:cNvCxnSpPr/>
            <p:nvPr userDrawn="1"/>
          </p:nvCxnSpPr>
          <p:spPr>
            <a:xfrm>
              <a:off x="2111542" y="275867"/>
              <a:ext cx="0" cy="567843"/>
            </a:xfrm>
            <a:prstGeom prst="line">
              <a:avLst/>
            </a:prstGeom>
            <a:ln w="12700">
              <a:solidFill>
                <a:schemeClr val="bg1"/>
              </a:solidFill>
            </a:ln>
            <a:effectLst/>
          </p:spPr>
          <p:style>
            <a:lnRef idx="2">
              <a:schemeClr val="accent1"/>
            </a:lnRef>
            <a:fillRef idx="0">
              <a:schemeClr val="accent1"/>
            </a:fillRef>
            <a:effectRef idx="1">
              <a:schemeClr val="accent1"/>
            </a:effectRef>
            <a:fontRef idx="minor">
              <a:schemeClr val="tx1"/>
            </a:fontRef>
          </p:style>
        </p:cxnSp>
        <p:cxnSp>
          <p:nvCxnSpPr>
            <p:cNvPr id="140" name="Connettore 1 139"/>
            <p:cNvCxnSpPr/>
            <p:nvPr userDrawn="1"/>
          </p:nvCxnSpPr>
          <p:spPr>
            <a:xfrm>
              <a:off x="2260409" y="275867"/>
              <a:ext cx="0" cy="567843"/>
            </a:xfrm>
            <a:prstGeom prst="line">
              <a:avLst/>
            </a:prstGeom>
            <a:ln w="12700">
              <a:solidFill>
                <a:schemeClr val="bg1"/>
              </a:solidFill>
            </a:ln>
            <a:effectLst/>
          </p:spPr>
          <p:style>
            <a:lnRef idx="2">
              <a:schemeClr val="accent1"/>
            </a:lnRef>
            <a:fillRef idx="0">
              <a:schemeClr val="accent1"/>
            </a:fillRef>
            <a:effectRef idx="1">
              <a:schemeClr val="accent1"/>
            </a:effectRef>
            <a:fontRef idx="minor">
              <a:schemeClr val="tx1"/>
            </a:fontRef>
          </p:style>
        </p:cxnSp>
        <p:cxnSp>
          <p:nvCxnSpPr>
            <p:cNvPr id="141" name="Connettore 1 140"/>
            <p:cNvCxnSpPr/>
            <p:nvPr userDrawn="1"/>
          </p:nvCxnSpPr>
          <p:spPr>
            <a:xfrm>
              <a:off x="2409276" y="275867"/>
              <a:ext cx="0" cy="567843"/>
            </a:xfrm>
            <a:prstGeom prst="line">
              <a:avLst/>
            </a:prstGeom>
            <a:ln w="12700">
              <a:solidFill>
                <a:schemeClr val="bg1"/>
              </a:solidFill>
            </a:ln>
            <a:effectLst/>
          </p:spPr>
          <p:style>
            <a:lnRef idx="2">
              <a:schemeClr val="accent1"/>
            </a:lnRef>
            <a:fillRef idx="0">
              <a:schemeClr val="accent1"/>
            </a:fillRef>
            <a:effectRef idx="1">
              <a:schemeClr val="accent1"/>
            </a:effectRef>
            <a:fontRef idx="minor">
              <a:schemeClr val="tx1"/>
            </a:fontRef>
          </p:style>
        </p:cxnSp>
        <p:cxnSp>
          <p:nvCxnSpPr>
            <p:cNvPr id="142" name="Connettore 1 141"/>
            <p:cNvCxnSpPr/>
            <p:nvPr userDrawn="1"/>
          </p:nvCxnSpPr>
          <p:spPr>
            <a:xfrm>
              <a:off x="2558143" y="275867"/>
              <a:ext cx="0" cy="567843"/>
            </a:xfrm>
            <a:prstGeom prst="line">
              <a:avLst/>
            </a:prstGeom>
            <a:ln w="12700">
              <a:solidFill>
                <a:schemeClr val="bg1"/>
              </a:solidFill>
            </a:ln>
            <a:effectLst/>
          </p:spPr>
          <p:style>
            <a:lnRef idx="2">
              <a:schemeClr val="accent1"/>
            </a:lnRef>
            <a:fillRef idx="0">
              <a:schemeClr val="accent1"/>
            </a:fillRef>
            <a:effectRef idx="1">
              <a:schemeClr val="accent1"/>
            </a:effectRef>
            <a:fontRef idx="minor">
              <a:schemeClr val="tx1"/>
            </a:fontRef>
          </p:style>
        </p:cxnSp>
        <p:cxnSp>
          <p:nvCxnSpPr>
            <p:cNvPr id="143" name="Connettore 1 142"/>
            <p:cNvCxnSpPr/>
            <p:nvPr userDrawn="1"/>
          </p:nvCxnSpPr>
          <p:spPr>
            <a:xfrm>
              <a:off x="2707010" y="275867"/>
              <a:ext cx="0" cy="567843"/>
            </a:xfrm>
            <a:prstGeom prst="line">
              <a:avLst/>
            </a:prstGeom>
            <a:ln w="12700">
              <a:solidFill>
                <a:schemeClr val="bg1"/>
              </a:solidFill>
            </a:ln>
            <a:effectLst/>
          </p:spPr>
          <p:style>
            <a:lnRef idx="2">
              <a:schemeClr val="accent1"/>
            </a:lnRef>
            <a:fillRef idx="0">
              <a:schemeClr val="accent1"/>
            </a:fillRef>
            <a:effectRef idx="1">
              <a:schemeClr val="accent1"/>
            </a:effectRef>
            <a:fontRef idx="minor">
              <a:schemeClr val="tx1"/>
            </a:fontRef>
          </p:style>
        </p:cxnSp>
        <p:cxnSp>
          <p:nvCxnSpPr>
            <p:cNvPr id="144" name="Connettore 1 143"/>
            <p:cNvCxnSpPr/>
            <p:nvPr userDrawn="1"/>
          </p:nvCxnSpPr>
          <p:spPr>
            <a:xfrm>
              <a:off x="2855877" y="275867"/>
              <a:ext cx="0" cy="567843"/>
            </a:xfrm>
            <a:prstGeom prst="line">
              <a:avLst/>
            </a:prstGeom>
            <a:ln w="12700">
              <a:solidFill>
                <a:schemeClr val="bg1"/>
              </a:solidFill>
            </a:ln>
            <a:effectLst/>
          </p:spPr>
          <p:style>
            <a:lnRef idx="2">
              <a:schemeClr val="accent1"/>
            </a:lnRef>
            <a:fillRef idx="0">
              <a:schemeClr val="accent1"/>
            </a:fillRef>
            <a:effectRef idx="1">
              <a:schemeClr val="accent1"/>
            </a:effectRef>
            <a:fontRef idx="minor">
              <a:schemeClr val="tx1"/>
            </a:fontRef>
          </p:style>
        </p:cxnSp>
        <p:cxnSp>
          <p:nvCxnSpPr>
            <p:cNvPr id="145" name="Connettore 1 144"/>
            <p:cNvCxnSpPr/>
            <p:nvPr userDrawn="1"/>
          </p:nvCxnSpPr>
          <p:spPr>
            <a:xfrm>
              <a:off x="3004744" y="275867"/>
              <a:ext cx="0" cy="567843"/>
            </a:xfrm>
            <a:prstGeom prst="line">
              <a:avLst/>
            </a:prstGeom>
            <a:ln w="12700">
              <a:solidFill>
                <a:schemeClr val="bg1"/>
              </a:solidFill>
            </a:ln>
            <a:effectLst/>
          </p:spPr>
          <p:style>
            <a:lnRef idx="2">
              <a:schemeClr val="accent1"/>
            </a:lnRef>
            <a:fillRef idx="0">
              <a:schemeClr val="accent1"/>
            </a:fillRef>
            <a:effectRef idx="1">
              <a:schemeClr val="accent1"/>
            </a:effectRef>
            <a:fontRef idx="minor">
              <a:schemeClr val="tx1"/>
            </a:fontRef>
          </p:style>
        </p:cxnSp>
        <p:cxnSp>
          <p:nvCxnSpPr>
            <p:cNvPr id="146" name="Connettore 1 145"/>
            <p:cNvCxnSpPr/>
            <p:nvPr userDrawn="1"/>
          </p:nvCxnSpPr>
          <p:spPr>
            <a:xfrm>
              <a:off x="3153611" y="275867"/>
              <a:ext cx="0" cy="567843"/>
            </a:xfrm>
            <a:prstGeom prst="line">
              <a:avLst/>
            </a:prstGeom>
            <a:ln w="12700">
              <a:solidFill>
                <a:schemeClr val="bg1"/>
              </a:solidFill>
            </a:ln>
            <a:effectLst/>
          </p:spPr>
          <p:style>
            <a:lnRef idx="2">
              <a:schemeClr val="accent1"/>
            </a:lnRef>
            <a:fillRef idx="0">
              <a:schemeClr val="accent1"/>
            </a:fillRef>
            <a:effectRef idx="1">
              <a:schemeClr val="accent1"/>
            </a:effectRef>
            <a:fontRef idx="minor">
              <a:schemeClr val="tx1"/>
            </a:fontRef>
          </p:style>
        </p:cxnSp>
        <p:cxnSp>
          <p:nvCxnSpPr>
            <p:cNvPr id="147" name="Connettore 1 146"/>
            <p:cNvCxnSpPr/>
            <p:nvPr userDrawn="1"/>
          </p:nvCxnSpPr>
          <p:spPr>
            <a:xfrm>
              <a:off x="3302478" y="275867"/>
              <a:ext cx="0" cy="567843"/>
            </a:xfrm>
            <a:prstGeom prst="line">
              <a:avLst/>
            </a:prstGeom>
            <a:ln w="12700">
              <a:solidFill>
                <a:schemeClr val="bg1"/>
              </a:solidFill>
            </a:ln>
            <a:effectLst/>
          </p:spPr>
          <p:style>
            <a:lnRef idx="2">
              <a:schemeClr val="accent1"/>
            </a:lnRef>
            <a:fillRef idx="0">
              <a:schemeClr val="accent1"/>
            </a:fillRef>
            <a:effectRef idx="1">
              <a:schemeClr val="accent1"/>
            </a:effectRef>
            <a:fontRef idx="minor">
              <a:schemeClr val="tx1"/>
            </a:fontRef>
          </p:style>
        </p:cxnSp>
        <p:cxnSp>
          <p:nvCxnSpPr>
            <p:cNvPr id="148" name="Connettore 1 147"/>
            <p:cNvCxnSpPr/>
            <p:nvPr userDrawn="1"/>
          </p:nvCxnSpPr>
          <p:spPr>
            <a:xfrm>
              <a:off x="3451345" y="275867"/>
              <a:ext cx="0" cy="567843"/>
            </a:xfrm>
            <a:prstGeom prst="line">
              <a:avLst/>
            </a:prstGeom>
            <a:ln w="12700">
              <a:solidFill>
                <a:schemeClr val="bg1"/>
              </a:solidFill>
            </a:ln>
            <a:effectLst/>
          </p:spPr>
          <p:style>
            <a:lnRef idx="2">
              <a:schemeClr val="accent1"/>
            </a:lnRef>
            <a:fillRef idx="0">
              <a:schemeClr val="accent1"/>
            </a:fillRef>
            <a:effectRef idx="1">
              <a:schemeClr val="accent1"/>
            </a:effectRef>
            <a:fontRef idx="minor">
              <a:schemeClr val="tx1"/>
            </a:fontRef>
          </p:style>
        </p:cxnSp>
        <p:cxnSp>
          <p:nvCxnSpPr>
            <p:cNvPr id="149" name="Connettore 1 148"/>
            <p:cNvCxnSpPr/>
            <p:nvPr userDrawn="1"/>
          </p:nvCxnSpPr>
          <p:spPr>
            <a:xfrm>
              <a:off x="3600212" y="275867"/>
              <a:ext cx="0" cy="567843"/>
            </a:xfrm>
            <a:prstGeom prst="line">
              <a:avLst/>
            </a:prstGeom>
            <a:ln w="12700">
              <a:solidFill>
                <a:schemeClr val="bg1"/>
              </a:solidFill>
            </a:ln>
            <a:effectLst/>
          </p:spPr>
          <p:style>
            <a:lnRef idx="2">
              <a:schemeClr val="accent1"/>
            </a:lnRef>
            <a:fillRef idx="0">
              <a:schemeClr val="accent1"/>
            </a:fillRef>
            <a:effectRef idx="1">
              <a:schemeClr val="accent1"/>
            </a:effectRef>
            <a:fontRef idx="minor">
              <a:schemeClr val="tx1"/>
            </a:fontRef>
          </p:style>
        </p:cxnSp>
        <p:cxnSp>
          <p:nvCxnSpPr>
            <p:cNvPr id="150" name="Connettore 1 149"/>
            <p:cNvCxnSpPr/>
            <p:nvPr userDrawn="1"/>
          </p:nvCxnSpPr>
          <p:spPr>
            <a:xfrm>
              <a:off x="3749079" y="275867"/>
              <a:ext cx="0" cy="567843"/>
            </a:xfrm>
            <a:prstGeom prst="line">
              <a:avLst/>
            </a:prstGeom>
            <a:ln w="12700">
              <a:solidFill>
                <a:schemeClr val="bg1"/>
              </a:solidFill>
            </a:ln>
            <a:effectLst/>
          </p:spPr>
          <p:style>
            <a:lnRef idx="2">
              <a:schemeClr val="accent1"/>
            </a:lnRef>
            <a:fillRef idx="0">
              <a:schemeClr val="accent1"/>
            </a:fillRef>
            <a:effectRef idx="1">
              <a:schemeClr val="accent1"/>
            </a:effectRef>
            <a:fontRef idx="minor">
              <a:schemeClr val="tx1"/>
            </a:fontRef>
          </p:style>
        </p:cxnSp>
        <p:cxnSp>
          <p:nvCxnSpPr>
            <p:cNvPr id="151" name="Connettore 1 150"/>
            <p:cNvCxnSpPr/>
            <p:nvPr userDrawn="1"/>
          </p:nvCxnSpPr>
          <p:spPr>
            <a:xfrm>
              <a:off x="3897946" y="275867"/>
              <a:ext cx="0" cy="567843"/>
            </a:xfrm>
            <a:prstGeom prst="line">
              <a:avLst/>
            </a:prstGeom>
            <a:ln w="12700">
              <a:solidFill>
                <a:schemeClr val="bg1"/>
              </a:solidFill>
            </a:ln>
            <a:effectLst/>
          </p:spPr>
          <p:style>
            <a:lnRef idx="2">
              <a:schemeClr val="accent1"/>
            </a:lnRef>
            <a:fillRef idx="0">
              <a:schemeClr val="accent1"/>
            </a:fillRef>
            <a:effectRef idx="1">
              <a:schemeClr val="accent1"/>
            </a:effectRef>
            <a:fontRef idx="minor">
              <a:schemeClr val="tx1"/>
            </a:fontRef>
          </p:style>
        </p:cxnSp>
        <p:cxnSp>
          <p:nvCxnSpPr>
            <p:cNvPr id="152" name="Connettore 1 151"/>
            <p:cNvCxnSpPr/>
            <p:nvPr userDrawn="1"/>
          </p:nvCxnSpPr>
          <p:spPr>
            <a:xfrm>
              <a:off x="4046813" y="275867"/>
              <a:ext cx="0" cy="567843"/>
            </a:xfrm>
            <a:prstGeom prst="line">
              <a:avLst/>
            </a:prstGeom>
            <a:ln w="12700">
              <a:solidFill>
                <a:schemeClr val="bg1"/>
              </a:solidFill>
            </a:ln>
            <a:effectLst/>
          </p:spPr>
          <p:style>
            <a:lnRef idx="2">
              <a:schemeClr val="accent1"/>
            </a:lnRef>
            <a:fillRef idx="0">
              <a:schemeClr val="accent1"/>
            </a:fillRef>
            <a:effectRef idx="1">
              <a:schemeClr val="accent1"/>
            </a:effectRef>
            <a:fontRef idx="minor">
              <a:schemeClr val="tx1"/>
            </a:fontRef>
          </p:style>
        </p:cxnSp>
        <p:cxnSp>
          <p:nvCxnSpPr>
            <p:cNvPr id="153" name="Connettore 1 152"/>
            <p:cNvCxnSpPr/>
            <p:nvPr userDrawn="1"/>
          </p:nvCxnSpPr>
          <p:spPr>
            <a:xfrm>
              <a:off x="4195680" y="275867"/>
              <a:ext cx="0" cy="567843"/>
            </a:xfrm>
            <a:prstGeom prst="line">
              <a:avLst/>
            </a:prstGeom>
            <a:ln w="12700">
              <a:solidFill>
                <a:schemeClr val="bg1"/>
              </a:solidFill>
            </a:ln>
            <a:effectLst/>
          </p:spPr>
          <p:style>
            <a:lnRef idx="2">
              <a:schemeClr val="accent1"/>
            </a:lnRef>
            <a:fillRef idx="0">
              <a:schemeClr val="accent1"/>
            </a:fillRef>
            <a:effectRef idx="1">
              <a:schemeClr val="accent1"/>
            </a:effectRef>
            <a:fontRef idx="minor">
              <a:schemeClr val="tx1"/>
            </a:fontRef>
          </p:style>
        </p:cxnSp>
        <p:cxnSp>
          <p:nvCxnSpPr>
            <p:cNvPr id="154" name="Connettore 1 153"/>
            <p:cNvCxnSpPr/>
            <p:nvPr userDrawn="1"/>
          </p:nvCxnSpPr>
          <p:spPr>
            <a:xfrm>
              <a:off x="4344547" y="275867"/>
              <a:ext cx="0" cy="567843"/>
            </a:xfrm>
            <a:prstGeom prst="line">
              <a:avLst/>
            </a:prstGeom>
            <a:ln w="12700">
              <a:solidFill>
                <a:schemeClr val="bg1"/>
              </a:solidFill>
            </a:ln>
            <a:effectLst/>
          </p:spPr>
          <p:style>
            <a:lnRef idx="2">
              <a:schemeClr val="accent1"/>
            </a:lnRef>
            <a:fillRef idx="0">
              <a:schemeClr val="accent1"/>
            </a:fillRef>
            <a:effectRef idx="1">
              <a:schemeClr val="accent1"/>
            </a:effectRef>
            <a:fontRef idx="minor">
              <a:schemeClr val="tx1"/>
            </a:fontRef>
          </p:style>
        </p:cxnSp>
        <p:cxnSp>
          <p:nvCxnSpPr>
            <p:cNvPr id="155" name="Connettore 1 154"/>
            <p:cNvCxnSpPr/>
            <p:nvPr userDrawn="1"/>
          </p:nvCxnSpPr>
          <p:spPr>
            <a:xfrm>
              <a:off x="4493414" y="275867"/>
              <a:ext cx="0" cy="567843"/>
            </a:xfrm>
            <a:prstGeom prst="line">
              <a:avLst/>
            </a:prstGeom>
            <a:ln w="12700">
              <a:solidFill>
                <a:schemeClr val="bg1"/>
              </a:solidFill>
            </a:ln>
            <a:effectLst/>
          </p:spPr>
          <p:style>
            <a:lnRef idx="2">
              <a:schemeClr val="accent1"/>
            </a:lnRef>
            <a:fillRef idx="0">
              <a:schemeClr val="accent1"/>
            </a:fillRef>
            <a:effectRef idx="1">
              <a:schemeClr val="accent1"/>
            </a:effectRef>
            <a:fontRef idx="minor">
              <a:schemeClr val="tx1"/>
            </a:fontRef>
          </p:style>
        </p:cxnSp>
        <p:cxnSp>
          <p:nvCxnSpPr>
            <p:cNvPr id="156" name="Connettore 1 155"/>
            <p:cNvCxnSpPr/>
            <p:nvPr userDrawn="1"/>
          </p:nvCxnSpPr>
          <p:spPr>
            <a:xfrm>
              <a:off x="4642281" y="275867"/>
              <a:ext cx="0" cy="567843"/>
            </a:xfrm>
            <a:prstGeom prst="line">
              <a:avLst/>
            </a:prstGeom>
            <a:ln w="12700">
              <a:solidFill>
                <a:schemeClr val="bg1"/>
              </a:solidFill>
            </a:ln>
            <a:effectLst/>
          </p:spPr>
          <p:style>
            <a:lnRef idx="2">
              <a:schemeClr val="accent1"/>
            </a:lnRef>
            <a:fillRef idx="0">
              <a:schemeClr val="accent1"/>
            </a:fillRef>
            <a:effectRef idx="1">
              <a:schemeClr val="accent1"/>
            </a:effectRef>
            <a:fontRef idx="minor">
              <a:schemeClr val="tx1"/>
            </a:fontRef>
          </p:style>
        </p:cxnSp>
        <p:cxnSp>
          <p:nvCxnSpPr>
            <p:cNvPr id="157" name="Connettore 1 156"/>
            <p:cNvCxnSpPr/>
            <p:nvPr userDrawn="1"/>
          </p:nvCxnSpPr>
          <p:spPr>
            <a:xfrm>
              <a:off x="4791148" y="275867"/>
              <a:ext cx="0" cy="567843"/>
            </a:xfrm>
            <a:prstGeom prst="line">
              <a:avLst/>
            </a:prstGeom>
            <a:ln w="12700">
              <a:solidFill>
                <a:schemeClr val="bg1"/>
              </a:solidFill>
            </a:ln>
            <a:effectLst/>
          </p:spPr>
          <p:style>
            <a:lnRef idx="2">
              <a:schemeClr val="accent1"/>
            </a:lnRef>
            <a:fillRef idx="0">
              <a:schemeClr val="accent1"/>
            </a:fillRef>
            <a:effectRef idx="1">
              <a:schemeClr val="accent1"/>
            </a:effectRef>
            <a:fontRef idx="minor">
              <a:schemeClr val="tx1"/>
            </a:fontRef>
          </p:style>
        </p:cxnSp>
        <p:cxnSp>
          <p:nvCxnSpPr>
            <p:cNvPr id="158" name="Connettore 1 157"/>
            <p:cNvCxnSpPr/>
            <p:nvPr userDrawn="1"/>
          </p:nvCxnSpPr>
          <p:spPr>
            <a:xfrm>
              <a:off x="4940015" y="275867"/>
              <a:ext cx="0" cy="567843"/>
            </a:xfrm>
            <a:prstGeom prst="line">
              <a:avLst/>
            </a:prstGeom>
            <a:ln w="12700">
              <a:solidFill>
                <a:schemeClr val="bg1"/>
              </a:solidFill>
            </a:ln>
            <a:effectLst/>
          </p:spPr>
          <p:style>
            <a:lnRef idx="2">
              <a:schemeClr val="accent1"/>
            </a:lnRef>
            <a:fillRef idx="0">
              <a:schemeClr val="accent1"/>
            </a:fillRef>
            <a:effectRef idx="1">
              <a:schemeClr val="accent1"/>
            </a:effectRef>
            <a:fontRef idx="minor">
              <a:schemeClr val="tx1"/>
            </a:fontRef>
          </p:style>
        </p:cxnSp>
        <p:cxnSp>
          <p:nvCxnSpPr>
            <p:cNvPr id="159" name="Connettore 1 158"/>
            <p:cNvCxnSpPr/>
            <p:nvPr userDrawn="1"/>
          </p:nvCxnSpPr>
          <p:spPr>
            <a:xfrm>
              <a:off x="5088882" y="275867"/>
              <a:ext cx="0" cy="567843"/>
            </a:xfrm>
            <a:prstGeom prst="line">
              <a:avLst/>
            </a:prstGeom>
            <a:ln w="12700">
              <a:solidFill>
                <a:schemeClr val="bg1"/>
              </a:solidFill>
            </a:ln>
            <a:effectLst/>
          </p:spPr>
          <p:style>
            <a:lnRef idx="2">
              <a:schemeClr val="accent1"/>
            </a:lnRef>
            <a:fillRef idx="0">
              <a:schemeClr val="accent1"/>
            </a:fillRef>
            <a:effectRef idx="1">
              <a:schemeClr val="accent1"/>
            </a:effectRef>
            <a:fontRef idx="minor">
              <a:schemeClr val="tx1"/>
            </a:fontRef>
          </p:style>
        </p:cxnSp>
        <p:cxnSp>
          <p:nvCxnSpPr>
            <p:cNvPr id="160" name="Connettore 1 159"/>
            <p:cNvCxnSpPr/>
            <p:nvPr userDrawn="1"/>
          </p:nvCxnSpPr>
          <p:spPr>
            <a:xfrm>
              <a:off x="5237749" y="275867"/>
              <a:ext cx="0" cy="567843"/>
            </a:xfrm>
            <a:prstGeom prst="line">
              <a:avLst/>
            </a:prstGeom>
            <a:ln w="12700">
              <a:solidFill>
                <a:schemeClr val="bg1"/>
              </a:solidFill>
            </a:ln>
            <a:effectLst/>
          </p:spPr>
          <p:style>
            <a:lnRef idx="2">
              <a:schemeClr val="accent1"/>
            </a:lnRef>
            <a:fillRef idx="0">
              <a:schemeClr val="accent1"/>
            </a:fillRef>
            <a:effectRef idx="1">
              <a:schemeClr val="accent1"/>
            </a:effectRef>
            <a:fontRef idx="minor">
              <a:schemeClr val="tx1"/>
            </a:fontRef>
          </p:style>
        </p:cxnSp>
        <p:cxnSp>
          <p:nvCxnSpPr>
            <p:cNvPr id="161" name="Connettore 1 160"/>
            <p:cNvCxnSpPr/>
            <p:nvPr userDrawn="1"/>
          </p:nvCxnSpPr>
          <p:spPr>
            <a:xfrm>
              <a:off x="5386616" y="275867"/>
              <a:ext cx="0" cy="567843"/>
            </a:xfrm>
            <a:prstGeom prst="line">
              <a:avLst/>
            </a:prstGeom>
            <a:ln w="12700">
              <a:solidFill>
                <a:schemeClr val="bg1"/>
              </a:solidFill>
            </a:ln>
            <a:effectLst/>
          </p:spPr>
          <p:style>
            <a:lnRef idx="2">
              <a:schemeClr val="accent1"/>
            </a:lnRef>
            <a:fillRef idx="0">
              <a:schemeClr val="accent1"/>
            </a:fillRef>
            <a:effectRef idx="1">
              <a:schemeClr val="accent1"/>
            </a:effectRef>
            <a:fontRef idx="minor">
              <a:schemeClr val="tx1"/>
            </a:fontRef>
          </p:style>
        </p:cxnSp>
        <p:cxnSp>
          <p:nvCxnSpPr>
            <p:cNvPr id="162" name="Connettore 1 161"/>
            <p:cNvCxnSpPr/>
            <p:nvPr userDrawn="1"/>
          </p:nvCxnSpPr>
          <p:spPr>
            <a:xfrm>
              <a:off x="5535483" y="275867"/>
              <a:ext cx="0" cy="567843"/>
            </a:xfrm>
            <a:prstGeom prst="line">
              <a:avLst/>
            </a:prstGeom>
            <a:ln w="12700">
              <a:solidFill>
                <a:schemeClr val="bg1"/>
              </a:solidFill>
            </a:ln>
            <a:effectLst/>
          </p:spPr>
          <p:style>
            <a:lnRef idx="2">
              <a:schemeClr val="accent1"/>
            </a:lnRef>
            <a:fillRef idx="0">
              <a:schemeClr val="accent1"/>
            </a:fillRef>
            <a:effectRef idx="1">
              <a:schemeClr val="accent1"/>
            </a:effectRef>
            <a:fontRef idx="minor">
              <a:schemeClr val="tx1"/>
            </a:fontRef>
          </p:style>
        </p:cxnSp>
        <p:cxnSp>
          <p:nvCxnSpPr>
            <p:cNvPr id="163" name="Connettore 1 162"/>
            <p:cNvCxnSpPr/>
            <p:nvPr userDrawn="1"/>
          </p:nvCxnSpPr>
          <p:spPr>
            <a:xfrm>
              <a:off x="5684350" y="275867"/>
              <a:ext cx="0" cy="567843"/>
            </a:xfrm>
            <a:prstGeom prst="line">
              <a:avLst/>
            </a:prstGeom>
            <a:ln w="12700">
              <a:solidFill>
                <a:schemeClr val="bg1"/>
              </a:solidFill>
            </a:ln>
            <a:effectLst/>
          </p:spPr>
          <p:style>
            <a:lnRef idx="2">
              <a:schemeClr val="accent1"/>
            </a:lnRef>
            <a:fillRef idx="0">
              <a:schemeClr val="accent1"/>
            </a:fillRef>
            <a:effectRef idx="1">
              <a:schemeClr val="accent1"/>
            </a:effectRef>
            <a:fontRef idx="minor">
              <a:schemeClr val="tx1"/>
            </a:fontRef>
          </p:style>
        </p:cxnSp>
        <p:cxnSp>
          <p:nvCxnSpPr>
            <p:cNvPr id="164" name="Connettore 1 163"/>
            <p:cNvCxnSpPr/>
            <p:nvPr userDrawn="1"/>
          </p:nvCxnSpPr>
          <p:spPr>
            <a:xfrm>
              <a:off x="5833217" y="275867"/>
              <a:ext cx="0" cy="567843"/>
            </a:xfrm>
            <a:prstGeom prst="line">
              <a:avLst/>
            </a:prstGeom>
            <a:ln w="12700">
              <a:solidFill>
                <a:schemeClr val="bg1"/>
              </a:solidFill>
            </a:ln>
            <a:effectLst/>
          </p:spPr>
          <p:style>
            <a:lnRef idx="2">
              <a:schemeClr val="accent1"/>
            </a:lnRef>
            <a:fillRef idx="0">
              <a:schemeClr val="accent1"/>
            </a:fillRef>
            <a:effectRef idx="1">
              <a:schemeClr val="accent1"/>
            </a:effectRef>
            <a:fontRef idx="minor">
              <a:schemeClr val="tx1"/>
            </a:fontRef>
          </p:style>
        </p:cxnSp>
        <p:cxnSp>
          <p:nvCxnSpPr>
            <p:cNvPr id="165" name="Connettore 1 164"/>
            <p:cNvCxnSpPr/>
            <p:nvPr userDrawn="1"/>
          </p:nvCxnSpPr>
          <p:spPr>
            <a:xfrm>
              <a:off x="5982084" y="275867"/>
              <a:ext cx="0" cy="567843"/>
            </a:xfrm>
            <a:prstGeom prst="line">
              <a:avLst/>
            </a:prstGeom>
            <a:ln w="12700">
              <a:solidFill>
                <a:schemeClr val="bg1"/>
              </a:solidFill>
            </a:ln>
            <a:effectLst/>
          </p:spPr>
          <p:style>
            <a:lnRef idx="2">
              <a:schemeClr val="accent1"/>
            </a:lnRef>
            <a:fillRef idx="0">
              <a:schemeClr val="accent1"/>
            </a:fillRef>
            <a:effectRef idx="1">
              <a:schemeClr val="accent1"/>
            </a:effectRef>
            <a:fontRef idx="minor">
              <a:schemeClr val="tx1"/>
            </a:fontRef>
          </p:style>
        </p:cxnSp>
        <p:cxnSp>
          <p:nvCxnSpPr>
            <p:cNvPr id="166" name="Connettore 1 165"/>
            <p:cNvCxnSpPr/>
            <p:nvPr userDrawn="1"/>
          </p:nvCxnSpPr>
          <p:spPr>
            <a:xfrm>
              <a:off x="6130951" y="275867"/>
              <a:ext cx="0" cy="567843"/>
            </a:xfrm>
            <a:prstGeom prst="line">
              <a:avLst/>
            </a:prstGeom>
            <a:ln w="12700">
              <a:solidFill>
                <a:schemeClr val="bg1"/>
              </a:solidFill>
            </a:ln>
            <a:effectLst/>
          </p:spPr>
          <p:style>
            <a:lnRef idx="2">
              <a:schemeClr val="accent1"/>
            </a:lnRef>
            <a:fillRef idx="0">
              <a:schemeClr val="accent1"/>
            </a:fillRef>
            <a:effectRef idx="1">
              <a:schemeClr val="accent1"/>
            </a:effectRef>
            <a:fontRef idx="minor">
              <a:schemeClr val="tx1"/>
            </a:fontRef>
          </p:style>
        </p:cxnSp>
        <p:cxnSp>
          <p:nvCxnSpPr>
            <p:cNvPr id="167" name="Connettore 1 166"/>
            <p:cNvCxnSpPr/>
            <p:nvPr userDrawn="1"/>
          </p:nvCxnSpPr>
          <p:spPr>
            <a:xfrm>
              <a:off x="6279818" y="275867"/>
              <a:ext cx="0" cy="567843"/>
            </a:xfrm>
            <a:prstGeom prst="line">
              <a:avLst/>
            </a:prstGeom>
            <a:ln w="12700">
              <a:solidFill>
                <a:schemeClr val="bg1"/>
              </a:solidFill>
            </a:ln>
            <a:effectLst/>
          </p:spPr>
          <p:style>
            <a:lnRef idx="2">
              <a:schemeClr val="accent1"/>
            </a:lnRef>
            <a:fillRef idx="0">
              <a:schemeClr val="accent1"/>
            </a:fillRef>
            <a:effectRef idx="1">
              <a:schemeClr val="accent1"/>
            </a:effectRef>
            <a:fontRef idx="minor">
              <a:schemeClr val="tx1"/>
            </a:fontRef>
          </p:style>
        </p:cxnSp>
        <p:cxnSp>
          <p:nvCxnSpPr>
            <p:cNvPr id="168" name="Connettore 1 167"/>
            <p:cNvCxnSpPr/>
            <p:nvPr userDrawn="1"/>
          </p:nvCxnSpPr>
          <p:spPr>
            <a:xfrm>
              <a:off x="6428685" y="275867"/>
              <a:ext cx="0" cy="567843"/>
            </a:xfrm>
            <a:prstGeom prst="line">
              <a:avLst/>
            </a:prstGeom>
            <a:ln w="12700">
              <a:solidFill>
                <a:schemeClr val="bg1"/>
              </a:solidFill>
            </a:ln>
            <a:effectLst/>
          </p:spPr>
          <p:style>
            <a:lnRef idx="2">
              <a:schemeClr val="accent1"/>
            </a:lnRef>
            <a:fillRef idx="0">
              <a:schemeClr val="accent1"/>
            </a:fillRef>
            <a:effectRef idx="1">
              <a:schemeClr val="accent1"/>
            </a:effectRef>
            <a:fontRef idx="minor">
              <a:schemeClr val="tx1"/>
            </a:fontRef>
          </p:style>
        </p:cxnSp>
        <p:cxnSp>
          <p:nvCxnSpPr>
            <p:cNvPr id="169" name="Connettore 1 168"/>
            <p:cNvCxnSpPr/>
            <p:nvPr userDrawn="1"/>
          </p:nvCxnSpPr>
          <p:spPr>
            <a:xfrm>
              <a:off x="6577552" y="275867"/>
              <a:ext cx="0" cy="567843"/>
            </a:xfrm>
            <a:prstGeom prst="line">
              <a:avLst/>
            </a:prstGeom>
            <a:ln w="12700">
              <a:solidFill>
                <a:schemeClr val="bg1"/>
              </a:solidFill>
            </a:ln>
            <a:effectLst/>
          </p:spPr>
          <p:style>
            <a:lnRef idx="2">
              <a:schemeClr val="accent1"/>
            </a:lnRef>
            <a:fillRef idx="0">
              <a:schemeClr val="accent1"/>
            </a:fillRef>
            <a:effectRef idx="1">
              <a:schemeClr val="accent1"/>
            </a:effectRef>
            <a:fontRef idx="minor">
              <a:schemeClr val="tx1"/>
            </a:fontRef>
          </p:style>
        </p:cxnSp>
        <p:cxnSp>
          <p:nvCxnSpPr>
            <p:cNvPr id="170" name="Connettore 1 169"/>
            <p:cNvCxnSpPr/>
            <p:nvPr userDrawn="1"/>
          </p:nvCxnSpPr>
          <p:spPr>
            <a:xfrm>
              <a:off x="6726419" y="275867"/>
              <a:ext cx="0" cy="567843"/>
            </a:xfrm>
            <a:prstGeom prst="line">
              <a:avLst/>
            </a:prstGeom>
            <a:ln w="12700">
              <a:solidFill>
                <a:schemeClr val="bg1"/>
              </a:solidFill>
            </a:ln>
            <a:effectLst/>
          </p:spPr>
          <p:style>
            <a:lnRef idx="2">
              <a:schemeClr val="accent1"/>
            </a:lnRef>
            <a:fillRef idx="0">
              <a:schemeClr val="accent1"/>
            </a:fillRef>
            <a:effectRef idx="1">
              <a:schemeClr val="accent1"/>
            </a:effectRef>
            <a:fontRef idx="minor">
              <a:schemeClr val="tx1"/>
            </a:fontRef>
          </p:style>
        </p:cxnSp>
        <p:cxnSp>
          <p:nvCxnSpPr>
            <p:cNvPr id="171" name="Connettore 1 170"/>
            <p:cNvCxnSpPr/>
            <p:nvPr userDrawn="1"/>
          </p:nvCxnSpPr>
          <p:spPr>
            <a:xfrm>
              <a:off x="6875286" y="275867"/>
              <a:ext cx="0" cy="567843"/>
            </a:xfrm>
            <a:prstGeom prst="line">
              <a:avLst/>
            </a:prstGeom>
            <a:ln w="12700">
              <a:solidFill>
                <a:schemeClr val="bg1"/>
              </a:solidFill>
            </a:ln>
            <a:effectLst/>
          </p:spPr>
          <p:style>
            <a:lnRef idx="2">
              <a:schemeClr val="accent1"/>
            </a:lnRef>
            <a:fillRef idx="0">
              <a:schemeClr val="accent1"/>
            </a:fillRef>
            <a:effectRef idx="1">
              <a:schemeClr val="accent1"/>
            </a:effectRef>
            <a:fontRef idx="minor">
              <a:schemeClr val="tx1"/>
            </a:fontRef>
          </p:style>
        </p:cxnSp>
        <p:cxnSp>
          <p:nvCxnSpPr>
            <p:cNvPr id="172" name="Connettore 1 171"/>
            <p:cNvCxnSpPr/>
            <p:nvPr userDrawn="1"/>
          </p:nvCxnSpPr>
          <p:spPr>
            <a:xfrm>
              <a:off x="7024153" y="275867"/>
              <a:ext cx="0" cy="567843"/>
            </a:xfrm>
            <a:prstGeom prst="line">
              <a:avLst/>
            </a:prstGeom>
            <a:ln w="12700">
              <a:solidFill>
                <a:schemeClr val="bg1"/>
              </a:solidFill>
            </a:ln>
            <a:effectLst/>
          </p:spPr>
          <p:style>
            <a:lnRef idx="2">
              <a:schemeClr val="accent1"/>
            </a:lnRef>
            <a:fillRef idx="0">
              <a:schemeClr val="accent1"/>
            </a:fillRef>
            <a:effectRef idx="1">
              <a:schemeClr val="accent1"/>
            </a:effectRef>
            <a:fontRef idx="minor">
              <a:schemeClr val="tx1"/>
            </a:fontRef>
          </p:style>
        </p:cxnSp>
        <p:cxnSp>
          <p:nvCxnSpPr>
            <p:cNvPr id="173" name="Connettore 1 172"/>
            <p:cNvCxnSpPr/>
            <p:nvPr userDrawn="1"/>
          </p:nvCxnSpPr>
          <p:spPr>
            <a:xfrm>
              <a:off x="7173020" y="275867"/>
              <a:ext cx="0" cy="567843"/>
            </a:xfrm>
            <a:prstGeom prst="line">
              <a:avLst/>
            </a:prstGeom>
            <a:ln w="12700">
              <a:solidFill>
                <a:schemeClr val="bg1"/>
              </a:solidFill>
            </a:ln>
            <a:effectLst/>
          </p:spPr>
          <p:style>
            <a:lnRef idx="2">
              <a:schemeClr val="accent1"/>
            </a:lnRef>
            <a:fillRef idx="0">
              <a:schemeClr val="accent1"/>
            </a:fillRef>
            <a:effectRef idx="1">
              <a:schemeClr val="accent1"/>
            </a:effectRef>
            <a:fontRef idx="minor">
              <a:schemeClr val="tx1"/>
            </a:fontRef>
          </p:style>
        </p:cxnSp>
        <p:cxnSp>
          <p:nvCxnSpPr>
            <p:cNvPr id="174" name="Connettore 1 173"/>
            <p:cNvCxnSpPr/>
            <p:nvPr userDrawn="1"/>
          </p:nvCxnSpPr>
          <p:spPr>
            <a:xfrm>
              <a:off x="7321887" y="275867"/>
              <a:ext cx="0" cy="567843"/>
            </a:xfrm>
            <a:prstGeom prst="line">
              <a:avLst/>
            </a:prstGeom>
            <a:ln w="12700">
              <a:solidFill>
                <a:schemeClr val="bg1"/>
              </a:solidFill>
            </a:ln>
            <a:effectLst/>
          </p:spPr>
          <p:style>
            <a:lnRef idx="2">
              <a:schemeClr val="accent1"/>
            </a:lnRef>
            <a:fillRef idx="0">
              <a:schemeClr val="accent1"/>
            </a:fillRef>
            <a:effectRef idx="1">
              <a:schemeClr val="accent1"/>
            </a:effectRef>
            <a:fontRef idx="minor">
              <a:schemeClr val="tx1"/>
            </a:fontRef>
          </p:style>
        </p:cxnSp>
        <p:cxnSp>
          <p:nvCxnSpPr>
            <p:cNvPr id="175" name="Connettore 1 174"/>
            <p:cNvCxnSpPr/>
            <p:nvPr userDrawn="1"/>
          </p:nvCxnSpPr>
          <p:spPr>
            <a:xfrm>
              <a:off x="7470754" y="275867"/>
              <a:ext cx="0" cy="567843"/>
            </a:xfrm>
            <a:prstGeom prst="line">
              <a:avLst/>
            </a:prstGeom>
            <a:ln w="12700">
              <a:solidFill>
                <a:schemeClr val="bg1"/>
              </a:solidFill>
            </a:ln>
            <a:effectLst/>
          </p:spPr>
          <p:style>
            <a:lnRef idx="2">
              <a:schemeClr val="accent1"/>
            </a:lnRef>
            <a:fillRef idx="0">
              <a:schemeClr val="accent1"/>
            </a:fillRef>
            <a:effectRef idx="1">
              <a:schemeClr val="accent1"/>
            </a:effectRef>
            <a:fontRef idx="minor">
              <a:schemeClr val="tx1"/>
            </a:fontRef>
          </p:style>
        </p:cxnSp>
        <p:cxnSp>
          <p:nvCxnSpPr>
            <p:cNvPr id="176" name="Connettore 1 175"/>
            <p:cNvCxnSpPr/>
            <p:nvPr userDrawn="1"/>
          </p:nvCxnSpPr>
          <p:spPr>
            <a:xfrm>
              <a:off x="7619621" y="275867"/>
              <a:ext cx="0" cy="567843"/>
            </a:xfrm>
            <a:prstGeom prst="line">
              <a:avLst/>
            </a:prstGeom>
            <a:ln w="12700">
              <a:solidFill>
                <a:schemeClr val="bg1"/>
              </a:solidFill>
            </a:ln>
            <a:effectLst/>
          </p:spPr>
          <p:style>
            <a:lnRef idx="2">
              <a:schemeClr val="accent1"/>
            </a:lnRef>
            <a:fillRef idx="0">
              <a:schemeClr val="accent1"/>
            </a:fillRef>
            <a:effectRef idx="1">
              <a:schemeClr val="accent1"/>
            </a:effectRef>
            <a:fontRef idx="minor">
              <a:schemeClr val="tx1"/>
            </a:fontRef>
          </p:style>
        </p:cxnSp>
        <p:cxnSp>
          <p:nvCxnSpPr>
            <p:cNvPr id="177" name="Connettore 1 176"/>
            <p:cNvCxnSpPr/>
            <p:nvPr userDrawn="1"/>
          </p:nvCxnSpPr>
          <p:spPr>
            <a:xfrm>
              <a:off x="7768488" y="275867"/>
              <a:ext cx="0" cy="567843"/>
            </a:xfrm>
            <a:prstGeom prst="line">
              <a:avLst/>
            </a:prstGeom>
            <a:ln w="12700">
              <a:solidFill>
                <a:schemeClr val="bg1"/>
              </a:solidFill>
            </a:ln>
            <a:effectLst/>
          </p:spPr>
          <p:style>
            <a:lnRef idx="2">
              <a:schemeClr val="accent1"/>
            </a:lnRef>
            <a:fillRef idx="0">
              <a:schemeClr val="accent1"/>
            </a:fillRef>
            <a:effectRef idx="1">
              <a:schemeClr val="accent1"/>
            </a:effectRef>
            <a:fontRef idx="minor">
              <a:schemeClr val="tx1"/>
            </a:fontRef>
          </p:style>
        </p:cxnSp>
        <p:cxnSp>
          <p:nvCxnSpPr>
            <p:cNvPr id="178" name="Connettore 1 177"/>
            <p:cNvCxnSpPr/>
            <p:nvPr userDrawn="1"/>
          </p:nvCxnSpPr>
          <p:spPr>
            <a:xfrm>
              <a:off x="7917355" y="275867"/>
              <a:ext cx="0" cy="567843"/>
            </a:xfrm>
            <a:prstGeom prst="line">
              <a:avLst/>
            </a:prstGeom>
            <a:ln w="12700">
              <a:solidFill>
                <a:schemeClr val="bg1"/>
              </a:solidFill>
            </a:ln>
            <a:effectLst/>
          </p:spPr>
          <p:style>
            <a:lnRef idx="2">
              <a:schemeClr val="accent1"/>
            </a:lnRef>
            <a:fillRef idx="0">
              <a:schemeClr val="accent1"/>
            </a:fillRef>
            <a:effectRef idx="1">
              <a:schemeClr val="accent1"/>
            </a:effectRef>
            <a:fontRef idx="minor">
              <a:schemeClr val="tx1"/>
            </a:fontRef>
          </p:style>
        </p:cxnSp>
        <p:cxnSp>
          <p:nvCxnSpPr>
            <p:cNvPr id="179" name="Connettore 1 178"/>
            <p:cNvCxnSpPr/>
            <p:nvPr userDrawn="1"/>
          </p:nvCxnSpPr>
          <p:spPr>
            <a:xfrm>
              <a:off x="8066222" y="275867"/>
              <a:ext cx="0" cy="567843"/>
            </a:xfrm>
            <a:prstGeom prst="line">
              <a:avLst/>
            </a:prstGeom>
            <a:ln w="12700">
              <a:solidFill>
                <a:schemeClr val="bg1"/>
              </a:solidFill>
            </a:ln>
            <a:effectLst/>
          </p:spPr>
          <p:style>
            <a:lnRef idx="2">
              <a:schemeClr val="accent1"/>
            </a:lnRef>
            <a:fillRef idx="0">
              <a:schemeClr val="accent1"/>
            </a:fillRef>
            <a:effectRef idx="1">
              <a:schemeClr val="accent1"/>
            </a:effectRef>
            <a:fontRef idx="minor">
              <a:schemeClr val="tx1"/>
            </a:fontRef>
          </p:style>
        </p:cxnSp>
        <p:cxnSp>
          <p:nvCxnSpPr>
            <p:cNvPr id="180" name="Connettore 1 179"/>
            <p:cNvCxnSpPr/>
            <p:nvPr userDrawn="1"/>
          </p:nvCxnSpPr>
          <p:spPr>
            <a:xfrm>
              <a:off x="8215089" y="275867"/>
              <a:ext cx="0" cy="567843"/>
            </a:xfrm>
            <a:prstGeom prst="line">
              <a:avLst/>
            </a:prstGeom>
            <a:ln w="12700">
              <a:solidFill>
                <a:schemeClr val="bg1"/>
              </a:solidFill>
            </a:ln>
            <a:effectLst/>
          </p:spPr>
          <p:style>
            <a:lnRef idx="2">
              <a:schemeClr val="accent1"/>
            </a:lnRef>
            <a:fillRef idx="0">
              <a:schemeClr val="accent1"/>
            </a:fillRef>
            <a:effectRef idx="1">
              <a:schemeClr val="accent1"/>
            </a:effectRef>
            <a:fontRef idx="minor">
              <a:schemeClr val="tx1"/>
            </a:fontRef>
          </p:style>
        </p:cxnSp>
        <p:cxnSp>
          <p:nvCxnSpPr>
            <p:cNvPr id="181" name="Connettore 1 180"/>
            <p:cNvCxnSpPr/>
            <p:nvPr userDrawn="1"/>
          </p:nvCxnSpPr>
          <p:spPr>
            <a:xfrm>
              <a:off x="8363956" y="275867"/>
              <a:ext cx="0" cy="567843"/>
            </a:xfrm>
            <a:prstGeom prst="line">
              <a:avLst/>
            </a:prstGeom>
            <a:ln w="12700">
              <a:solidFill>
                <a:schemeClr val="bg1"/>
              </a:solidFill>
            </a:ln>
            <a:effectLst/>
          </p:spPr>
          <p:style>
            <a:lnRef idx="2">
              <a:schemeClr val="accent1"/>
            </a:lnRef>
            <a:fillRef idx="0">
              <a:schemeClr val="accent1"/>
            </a:fillRef>
            <a:effectRef idx="1">
              <a:schemeClr val="accent1"/>
            </a:effectRef>
            <a:fontRef idx="minor">
              <a:schemeClr val="tx1"/>
            </a:fontRef>
          </p:style>
        </p:cxnSp>
        <p:cxnSp>
          <p:nvCxnSpPr>
            <p:cNvPr id="182" name="Connettore 1 181"/>
            <p:cNvCxnSpPr/>
            <p:nvPr userDrawn="1"/>
          </p:nvCxnSpPr>
          <p:spPr>
            <a:xfrm>
              <a:off x="8512823" y="275867"/>
              <a:ext cx="0" cy="567843"/>
            </a:xfrm>
            <a:prstGeom prst="line">
              <a:avLst/>
            </a:prstGeom>
            <a:ln w="12700">
              <a:solidFill>
                <a:schemeClr val="bg1"/>
              </a:solidFill>
            </a:ln>
            <a:effectLst/>
          </p:spPr>
          <p:style>
            <a:lnRef idx="2">
              <a:schemeClr val="accent1"/>
            </a:lnRef>
            <a:fillRef idx="0">
              <a:schemeClr val="accent1"/>
            </a:fillRef>
            <a:effectRef idx="1">
              <a:schemeClr val="accent1"/>
            </a:effectRef>
            <a:fontRef idx="minor">
              <a:schemeClr val="tx1"/>
            </a:fontRef>
          </p:style>
        </p:cxnSp>
        <p:cxnSp>
          <p:nvCxnSpPr>
            <p:cNvPr id="183" name="Connettore 1 182"/>
            <p:cNvCxnSpPr/>
            <p:nvPr userDrawn="1"/>
          </p:nvCxnSpPr>
          <p:spPr>
            <a:xfrm>
              <a:off x="8661690" y="275867"/>
              <a:ext cx="0" cy="567843"/>
            </a:xfrm>
            <a:prstGeom prst="line">
              <a:avLst/>
            </a:prstGeom>
            <a:ln w="12700">
              <a:solidFill>
                <a:schemeClr val="bg1"/>
              </a:solidFill>
            </a:ln>
            <a:effectLst/>
          </p:spPr>
          <p:style>
            <a:lnRef idx="2">
              <a:schemeClr val="accent1"/>
            </a:lnRef>
            <a:fillRef idx="0">
              <a:schemeClr val="accent1"/>
            </a:fillRef>
            <a:effectRef idx="1">
              <a:schemeClr val="accent1"/>
            </a:effectRef>
            <a:fontRef idx="minor">
              <a:schemeClr val="tx1"/>
            </a:fontRef>
          </p:style>
        </p:cxnSp>
        <p:cxnSp>
          <p:nvCxnSpPr>
            <p:cNvPr id="184" name="Connettore 1 183"/>
            <p:cNvCxnSpPr/>
            <p:nvPr userDrawn="1"/>
          </p:nvCxnSpPr>
          <p:spPr>
            <a:xfrm>
              <a:off x="8810557" y="275867"/>
              <a:ext cx="0" cy="567843"/>
            </a:xfrm>
            <a:prstGeom prst="line">
              <a:avLst/>
            </a:prstGeom>
            <a:ln w="12700">
              <a:solidFill>
                <a:schemeClr val="bg1"/>
              </a:solidFill>
            </a:ln>
            <a:effectLst/>
          </p:spPr>
          <p:style>
            <a:lnRef idx="2">
              <a:schemeClr val="accent1"/>
            </a:lnRef>
            <a:fillRef idx="0">
              <a:schemeClr val="accent1"/>
            </a:fillRef>
            <a:effectRef idx="1">
              <a:schemeClr val="accent1"/>
            </a:effectRef>
            <a:fontRef idx="minor">
              <a:schemeClr val="tx1"/>
            </a:fontRef>
          </p:style>
        </p:cxnSp>
        <p:cxnSp>
          <p:nvCxnSpPr>
            <p:cNvPr id="185" name="Connettore 1 184"/>
            <p:cNvCxnSpPr/>
            <p:nvPr userDrawn="1"/>
          </p:nvCxnSpPr>
          <p:spPr>
            <a:xfrm>
              <a:off x="8959424" y="275867"/>
              <a:ext cx="0" cy="567843"/>
            </a:xfrm>
            <a:prstGeom prst="line">
              <a:avLst/>
            </a:prstGeom>
            <a:ln w="12700">
              <a:solidFill>
                <a:schemeClr val="bg1"/>
              </a:solidFill>
            </a:ln>
            <a:effectLst/>
          </p:spPr>
          <p:style>
            <a:lnRef idx="2">
              <a:schemeClr val="accent1"/>
            </a:lnRef>
            <a:fillRef idx="0">
              <a:schemeClr val="accent1"/>
            </a:fillRef>
            <a:effectRef idx="1">
              <a:schemeClr val="accent1"/>
            </a:effectRef>
            <a:fontRef idx="minor">
              <a:schemeClr val="tx1"/>
            </a:fontRef>
          </p:style>
        </p:cxnSp>
        <p:cxnSp>
          <p:nvCxnSpPr>
            <p:cNvPr id="186" name="Connettore 1 185"/>
            <p:cNvCxnSpPr/>
            <p:nvPr userDrawn="1"/>
          </p:nvCxnSpPr>
          <p:spPr>
            <a:xfrm>
              <a:off x="9108291" y="275867"/>
              <a:ext cx="0" cy="567843"/>
            </a:xfrm>
            <a:prstGeom prst="line">
              <a:avLst/>
            </a:prstGeom>
            <a:ln w="12700">
              <a:solidFill>
                <a:schemeClr val="bg1"/>
              </a:solidFill>
            </a:ln>
            <a:effectLst/>
          </p:spPr>
          <p:style>
            <a:lnRef idx="2">
              <a:schemeClr val="accent1"/>
            </a:lnRef>
            <a:fillRef idx="0">
              <a:schemeClr val="accent1"/>
            </a:fillRef>
            <a:effectRef idx="1">
              <a:schemeClr val="accent1"/>
            </a:effectRef>
            <a:fontRef idx="minor">
              <a:schemeClr val="tx1"/>
            </a:fontRef>
          </p:style>
        </p:cxnSp>
        <p:cxnSp>
          <p:nvCxnSpPr>
            <p:cNvPr id="187" name="Connettore 1 186"/>
            <p:cNvCxnSpPr/>
            <p:nvPr userDrawn="1"/>
          </p:nvCxnSpPr>
          <p:spPr>
            <a:xfrm>
              <a:off x="9257158" y="275867"/>
              <a:ext cx="0" cy="567843"/>
            </a:xfrm>
            <a:prstGeom prst="line">
              <a:avLst/>
            </a:prstGeom>
            <a:ln w="12700">
              <a:solidFill>
                <a:schemeClr val="bg1"/>
              </a:solidFill>
            </a:ln>
            <a:effectLst/>
          </p:spPr>
          <p:style>
            <a:lnRef idx="2">
              <a:schemeClr val="accent1"/>
            </a:lnRef>
            <a:fillRef idx="0">
              <a:schemeClr val="accent1"/>
            </a:fillRef>
            <a:effectRef idx="1">
              <a:schemeClr val="accent1"/>
            </a:effectRef>
            <a:fontRef idx="minor">
              <a:schemeClr val="tx1"/>
            </a:fontRef>
          </p:style>
        </p:cxnSp>
        <p:cxnSp>
          <p:nvCxnSpPr>
            <p:cNvPr id="188" name="Connettore 1 187"/>
            <p:cNvCxnSpPr/>
            <p:nvPr userDrawn="1"/>
          </p:nvCxnSpPr>
          <p:spPr>
            <a:xfrm>
              <a:off x="9406025" y="275867"/>
              <a:ext cx="0" cy="567843"/>
            </a:xfrm>
            <a:prstGeom prst="line">
              <a:avLst/>
            </a:prstGeom>
            <a:ln w="12700">
              <a:solidFill>
                <a:schemeClr val="bg1"/>
              </a:solidFill>
            </a:ln>
            <a:effectLst/>
          </p:spPr>
          <p:style>
            <a:lnRef idx="2">
              <a:schemeClr val="accent1"/>
            </a:lnRef>
            <a:fillRef idx="0">
              <a:schemeClr val="accent1"/>
            </a:fillRef>
            <a:effectRef idx="1">
              <a:schemeClr val="accent1"/>
            </a:effectRef>
            <a:fontRef idx="minor">
              <a:schemeClr val="tx1"/>
            </a:fontRef>
          </p:style>
        </p:cxnSp>
        <p:cxnSp>
          <p:nvCxnSpPr>
            <p:cNvPr id="189" name="Connettore 1 188"/>
            <p:cNvCxnSpPr/>
            <p:nvPr userDrawn="1"/>
          </p:nvCxnSpPr>
          <p:spPr>
            <a:xfrm>
              <a:off x="9554892" y="275867"/>
              <a:ext cx="0" cy="567843"/>
            </a:xfrm>
            <a:prstGeom prst="line">
              <a:avLst/>
            </a:prstGeom>
            <a:ln w="12700">
              <a:solidFill>
                <a:schemeClr val="bg1"/>
              </a:solidFill>
            </a:ln>
            <a:effectLst/>
          </p:spPr>
          <p:style>
            <a:lnRef idx="2">
              <a:schemeClr val="accent1"/>
            </a:lnRef>
            <a:fillRef idx="0">
              <a:schemeClr val="accent1"/>
            </a:fillRef>
            <a:effectRef idx="1">
              <a:schemeClr val="accent1"/>
            </a:effectRef>
            <a:fontRef idx="minor">
              <a:schemeClr val="tx1"/>
            </a:fontRef>
          </p:style>
        </p:cxnSp>
        <p:cxnSp>
          <p:nvCxnSpPr>
            <p:cNvPr id="190" name="Connettore 1 189"/>
            <p:cNvCxnSpPr/>
            <p:nvPr userDrawn="1"/>
          </p:nvCxnSpPr>
          <p:spPr>
            <a:xfrm>
              <a:off x="9703759" y="275867"/>
              <a:ext cx="0" cy="567843"/>
            </a:xfrm>
            <a:prstGeom prst="line">
              <a:avLst/>
            </a:prstGeom>
            <a:ln w="12700">
              <a:solidFill>
                <a:schemeClr val="bg1"/>
              </a:solidFill>
            </a:ln>
            <a:effectLst/>
          </p:spPr>
          <p:style>
            <a:lnRef idx="2">
              <a:schemeClr val="accent1"/>
            </a:lnRef>
            <a:fillRef idx="0">
              <a:schemeClr val="accent1"/>
            </a:fillRef>
            <a:effectRef idx="1">
              <a:schemeClr val="accent1"/>
            </a:effectRef>
            <a:fontRef idx="minor">
              <a:schemeClr val="tx1"/>
            </a:fontRef>
          </p:style>
        </p:cxnSp>
        <p:cxnSp>
          <p:nvCxnSpPr>
            <p:cNvPr id="191" name="Connettore 1 190"/>
            <p:cNvCxnSpPr/>
            <p:nvPr userDrawn="1"/>
          </p:nvCxnSpPr>
          <p:spPr>
            <a:xfrm>
              <a:off x="9852626" y="275867"/>
              <a:ext cx="0" cy="567843"/>
            </a:xfrm>
            <a:prstGeom prst="line">
              <a:avLst/>
            </a:prstGeom>
            <a:ln w="12700">
              <a:solidFill>
                <a:schemeClr val="bg1"/>
              </a:solidFill>
            </a:ln>
            <a:effectLst/>
          </p:spPr>
          <p:style>
            <a:lnRef idx="2">
              <a:schemeClr val="accent1"/>
            </a:lnRef>
            <a:fillRef idx="0">
              <a:schemeClr val="accent1"/>
            </a:fillRef>
            <a:effectRef idx="1">
              <a:schemeClr val="accent1"/>
            </a:effectRef>
            <a:fontRef idx="minor">
              <a:schemeClr val="tx1"/>
            </a:fontRef>
          </p:style>
        </p:cxnSp>
        <p:cxnSp>
          <p:nvCxnSpPr>
            <p:cNvPr id="192" name="Connettore 1 191"/>
            <p:cNvCxnSpPr/>
            <p:nvPr userDrawn="1"/>
          </p:nvCxnSpPr>
          <p:spPr>
            <a:xfrm>
              <a:off x="10001493" y="275867"/>
              <a:ext cx="0" cy="567843"/>
            </a:xfrm>
            <a:prstGeom prst="line">
              <a:avLst/>
            </a:prstGeom>
            <a:ln w="12700">
              <a:solidFill>
                <a:schemeClr val="bg1"/>
              </a:solidFill>
            </a:ln>
            <a:effectLst/>
          </p:spPr>
          <p:style>
            <a:lnRef idx="2">
              <a:schemeClr val="accent1"/>
            </a:lnRef>
            <a:fillRef idx="0">
              <a:schemeClr val="accent1"/>
            </a:fillRef>
            <a:effectRef idx="1">
              <a:schemeClr val="accent1"/>
            </a:effectRef>
            <a:fontRef idx="minor">
              <a:schemeClr val="tx1"/>
            </a:fontRef>
          </p:style>
        </p:cxnSp>
        <p:cxnSp>
          <p:nvCxnSpPr>
            <p:cNvPr id="193" name="Connettore 1 192"/>
            <p:cNvCxnSpPr/>
            <p:nvPr userDrawn="1"/>
          </p:nvCxnSpPr>
          <p:spPr>
            <a:xfrm>
              <a:off x="10150360" y="275867"/>
              <a:ext cx="0" cy="567843"/>
            </a:xfrm>
            <a:prstGeom prst="line">
              <a:avLst/>
            </a:prstGeom>
            <a:ln w="12700">
              <a:solidFill>
                <a:schemeClr val="bg1"/>
              </a:solidFill>
            </a:ln>
            <a:effectLst/>
          </p:spPr>
          <p:style>
            <a:lnRef idx="2">
              <a:schemeClr val="accent1"/>
            </a:lnRef>
            <a:fillRef idx="0">
              <a:schemeClr val="accent1"/>
            </a:fillRef>
            <a:effectRef idx="1">
              <a:schemeClr val="accent1"/>
            </a:effectRef>
            <a:fontRef idx="minor">
              <a:schemeClr val="tx1"/>
            </a:fontRef>
          </p:style>
        </p:cxnSp>
        <p:cxnSp>
          <p:nvCxnSpPr>
            <p:cNvPr id="194" name="Connettore 1 193"/>
            <p:cNvCxnSpPr/>
            <p:nvPr userDrawn="1"/>
          </p:nvCxnSpPr>
          <p:spPr>
            <a:xfrm>
              <a:off x="10299227" y="275867"/>
              <a:ext cx="0" cy="567843"/>
            </a:xfrm>
            <a:prstGeom prst="line">
              <a:avLst/>
            </a:prstGeom>
            <a:ln w="12700">
              <a:solidFill>
                <a:schemeClr val="bg1"/>
              </a:solidFill>
            </a:ln>
            <a:effectLst/>
          </p:spPr>
          <p:style>
            <a:lnRef idx="2">
              <a:schemeClr val="accent1"/>
            </a:lnRef>
            <a:fillRef idx="0">
              <a:schemeClr val="accent1"/>
            </a:fillRef>
            <a:effectRef idx="1">
              <a:schemeClr val="accent1"/>
            </a:effectRef>
            <a:fontRef idx="minor">
              <a:schemeClr val="tx1"/>
            </a:fontRef>
          </p:style>
        </p:cxnSp>
        <p:cxnSp>
          <p:nvCxnSpPr>
            <p:cNvPr id="195" name="Connettore 1 194"/>
            <p:cNvCxnSpPr/>
            <p:nvPr userDrawn="1"/>
          </p:nvCxnSpPr>
          <p:spPr>
            <a:xfrm>
              <a:off x="10448094" y="275867"/>
              <a:ext cx="0" cy="567843"/>
            </a:xfrm>
            <a:prstGeom prst="line">
              <a:avLst/>
            </a:prstGeom>
            <a:ln w="12700">
              <a:solidFill>
                <a:schemeClr val="bg1"/>
              </a:solidFill>
            </a:ln>
            <a:effectLst/>
          </p:spPr>
          <p:style>
            <a:lnRef idx="2">
              <a:schemeClr val="accent1"/>
            </a:lnRef>
            <a:fillRef idx="0">
              <a:schemeClr val="accent1"/>
            </a:fillRef>
            <a:effectRef idx="1">
              <a:schemeClr val="accent1"/>
            </a:effectRef>
            <a:fontRef idx="minor">
              <a:schemeClr val="tx1"/>
            </a:fontRef>
          </p:style>
        </p:cxnSp>
        <p:cxnSp>
          <p:nvCxnSpPr>
            <p:cNvPr id="196" name="Connettore 1 195"/>
            <p:cNvCxnSpPr/>
            <p:nvPr userDrawn="1"/>
          </p:nvCxnSpPr>
          <p:spPr>
            <a:xfrm>
              <a:off x="10596961" y="275867"/>
              <a:ext cx="0" cy="567843"/>
            </a:xfrm>
            <a:prstGeom prst="line">
              <a:avLst/>
            </a:prstGeom>
            <a:ln w="12700">
              <a:solidFill>
                <a:schemeClr val="bg1"/>
              </a:solidFill>
            </a:ln>
            <a:effectLst/>
          </p:spPr>
          <p:style>
            <a:lnRef idx="2">
              <a:schemeClr val="accent1"/>
            </a:lnRef>
            <a:fillRef idx="0">
              <a:schemeClr val="accent1"/>
            </a:fillRef>
            <a:effectRef idx="1">
              <a:schemeClr val="accent1"/>
            </a:effectRef>
            <a:fontRef idx="minor">
              <a:schemeClr val="tx1"/>
            </a:fontRef>
          </p:style>
        </p:cxnSp>
        <p:cxnSp>
          <p:nvCxnSpPr>
            <p:cNvPr id="197" name="Connettore 1 196"/>
            <p:cNvCxnSpPr/>
            <p:nvPr userDrawn="1"/>
          </p:nvCxnSpPr>
          <p:spPr>
            <a:xfrm>
              <a:off x="10745828" y="275867"/>
              <a:ext cx="0" cy="567843"/>
            </a:xfrm>
            <a:prstGeom prst="line">
              <a:avLst/>
            </a:prstGeom>
            <a:ln w="12700">
              <a:solidFill>
                <a:schemeClr val="bg1"/>
              </a:solidFill>
            </a:ln>
            <a:effectLst/>
          </p:spPr>
          <p:style>
            <a:lnRef idx="2">
              <a:schemeClr val="accent1"/>
            </a:lnRef>
            <a:fillRef idx="0">
              <a:schemeClr val="accent1"/>
            </a:fillRef>
            <a:effectRef idx="1">
              <a:schemeClr val="accent1"/>
            </a:effectRef>
            <a:fontRef idx="minor">
              <a:schemeClr val="tx1"/>
            </a:fontRef>
          </p:style>
        </p:cxnSp>
        <p:cxnSp>
          <p:nvCxnSpPr>
            <p:cNvPr id="198" name="Connettore 1 197"/>
            <p:cNvCxnSpPr/>
            <p:nvPr userDrawn="1"/>
          </p:nvCxnSpPr>
          <p:spPr>
            <a:xfrm>
              <a:off x="10894695" y="275867"/>
              <a:ext cx="0" cy="567843"/>
            </a:xfrm>
            <a:prstGeom prst="line">
              <a:avLst/>
            </a:prstGeom>
            <a:ln w="12700">
              <a:solidFill>
                <a:schemeClr val="bg1"/>
              </a:solidFill>
            </a:ln>
            <a:effectLst/>
          </p:spPr>
          <p:style>
            <a:lnRef idx="2">
              <a:schemeClr val="accent1"/>
            </a:lnRef>
            <a:fillRef idx="0">
              <a:schemeClr val="accent1"/>
            </a:fillRef>
            <a:effectRef idx="1">
              <a:schemeClr val="accent1"/>
            </a:effectRef>
            <a:fontRef idx="minor">
              <a:schemeClr val="tx1"/>
            </a:fontRef>
          </p:style>
        </p:cxnSp>
        <p:cxnSp>
          <p:nvCxnSpPr>
            <p:cNvPr id="199" name="Connettore 1 198"/>
            <p:cNvCxnSpPr/>
            <p:nvPr userDrawn="1"/>
          </p:nvCxnSpPr>
          <p:spPr>
            <a:xfrm>
              <a:off x="11043562" y="275867"/>
              <a:ext cx="0" cy="567843"/>
            </a:xfrm>
            <a:prstGeom prst="line">
              <a:avLst/>
            </a:prstGeom>
            <a:ln w="12700">
              <a:solidFill>
                <a:schemeClr val="bg1"/>
              </a:solidFill>
            </a:ln>
            <a:effectLst/>
          </p:spPr>
          <p:style>
            <a:lnRef idx="2">
              <a:schemeClr val="accent1"/>
            </a:lnRef>
            <a:fillRef idx="0">
              <a:schemeClr val="accent1"/>
            </a:fillRef>
            <a:effectRef idx="1">
              <a:schemeClr val="accent1"/>
            </a:effectRef>
            <a:fontRef idx="minor">
              <a:schemeClr val="tx1"/>
            </a:fontRef>
          </p:style>
        </p:cxnSp>
        <p:cxnSp>
          <p:nvCxnSpPr>
            <p:cNvPr id="200" name="Connettore 1 199"/>
            <p:cNvCxnSpPr/>
            <p:nvPr userDrawn="1"/>
          </p:nvCxnSpPr>
          <p:spPr>
            <a:xfrm>
              <a:off x="11192429" y="275867"/>
              <a:ext cx="0" cy="567843"/>
            </a:xfrm>
            <a:prstGeom prst="line">
              <a:avLst/>
            </a:prstGeom>
            <a:ln w="12700">
              <a:solidFill>
                <a:schemeClr val="bg1"/>
              </a:solidFill>
            </a:ln>
            <a:effectLst/>
          </p:spPr>
          <p:style>
            <a:lnRef idx="2">
              <a:schemeClr val="accent1"/>
            </a:lnRef>
            <a:fillRef idx="0">
              <a:schemeClr val="accent1"/>
            </a:fillRef>
            <a:effectRef idx="1">
              <a:schemeClr val="accent1"/>
            </a:effectRef>
            <a:fontRef idx="minor">
              <a:schemeClr val="tx1"/>
            </a:fontRef>
          </p:style>
        </p:cxnSp>
        <p:cxnSp>
          <p:nvCxnSpPr>
            <p:cNvPr id="201" name="Connettore 1 200"/>
            <p:cNvCxnSpPr/>
            <p:nvPr userDrawn="1"/>
          </p:nvCxnSpPr>
          <p:spPr>
            <a:xfrm>
              <a:off x="11341296" y="275867"/>
              <a:ext cx="0" cy="567843"/>
            </a:xfrm>
            <a:prstGeom prst="line">
              <a:avLst/>
            </a:prstGeom>
            <a:ln w="12700">
              <a:solidFill>
                <a:schemeClr val="bg1"/>
              </a:solidFill>
            </a:ln>
            <a:effectLst/>
          </p:spPr>
          <p:style>
            <a:lnRef idx="2">
              <a:schemeClr val="accent1"/>
            </a:lnRef>
            <a:fillRef idx="0">
              <a:schemeClr val="accent1"/>
            </a:fillRef>
            <a:effectRef idx="1">
              <a:schemeClr val="accent1"/>
            </a:effectRef>
            <a:fontRef idx="minor">
              <a:schemeClr val="tx1"/>
            </a:fontRef>
          </p:style>
        </p:cxnSp>
        <p:cxnSp>
          <p:nvCxnSpPr>
            <p:cNvPr id="202" name="Connettore 1 201"/>
            <p:cNvCxnSpPr/>
            <p:nvPr userDrawn="1"/>
          </p:nvCxnSpPr>
          <p:spPr>
            <a:xfrm>
              <a:off x="11490163" y="275867"/>
              <a:ext cx="0" cy="567843"/>
            </a:xfrm>
            <a:prstGeom prst="line">
              <a:avLst/>
            </a:prstGeom>
            <a:ln w="12700">
              <a:solidFill>
                <a:schemeClr val="bg1"/>
              </a:solidFill>
            </a:ln>
            <a:effectLst/>
          </p:spPr>
          <p:style>
            <a:lnRef idx="2">
              <a:schemeClr val="accent1"/>
            </a:lnRef>
            <a:fillRef idx="0">
              <a:schemeClr val="accent1"/>
            </a:fillRef>
            <a:effectRef idx="1">
              <a:schemeClr val="accent1"/>
            </a:effectRef>
            <a:fontRef idx="minor">
              <a:schemeClr val="tx1"/>
            </a:fontRef>
          </p:style>
        </p:cxnSp>
        <p:cxnSp>
          <p:nvCxnSpPr>
            <p:cNvPr id="203" name="Connettore 1 202"/>
            <p:cNvCxnSpPr/>
            <p:nvPr userDrawn="1"/>
          </p:nvCxnSpPr>
          <p:spPr>
            <a:xfrm>
              <a:off x="11639030" y="275867"/>
              <a:ext cx="0" cy="567843"/>
            </a:xfrm>
            <a:prstGeom prst="line">
              <a:avLst/>
            </a:prstGeom>
            <a:ln w="12700">
              <a:solidFill>
                <a:schemeClr val="bg1"/>
              </a:solidFill>
            </a:ln>
            <a:effectLst/>
          </p:spPr>
          <p:style>
            <a:lnRef idx="2">
              <a:schemeClr val="accent1"/>
            </a:lnRef>
            <a:fillRef idx="0">
              <a:schemeClr val="accent1"/>
            </a:fillRef>
            <a:effectRef idx="1">
              <a:schemeClr val="accent1"/>
            </a:effectRef>
            <a:fontRef idx="minor">
              <a:schemeClr val="tx1"/>
            </a:fontRef>
          </p:style>
        </p:cxnSp>
        <p:cxnSp>
          <p:nvCxnSpPr>
            <p:cNvPr id="204" name="Connettore 1 203"/>
            <p:cNvCxnSpPr/>
            <p:nvPr userDrawn="1"/>
          </p:nvCxnSpPr>
          <p:spPr>
            <a:xfrm>
              <a:off x="11787897" y="275867"/>
              <a:ext cx="0" cy="567843"/>
            </a:xfrm>
            <a:prstGeom prst="line">
              <a:avLst/>
            </a:prstGeom>
            <a:ln w="12700">
              <a:solidFill>
                <a:schemeClr val="bg1"/>
              </a:solidFill>
            </a:ln>
            <a:effectLst/>
          </p:spPr>
          <p:style>
            <a:lnRef idx="2">
              <a:schemeClr val="accent1"/>
            </a:lnRef>
            <a:fillRef idx="0">
              <a:schemeClr val="accent1"/>
            </a:fillRef>
            <a:effectRef idx="1">
              <a:schemeClr val="accent1"/>
            </a:effectRef>
            <a:fontRef idx="minor">
              <a:schemeClr val="tx1"/>
            </a:fontRef>
          </p:style>
        </p:cxnSp>
        <p:cxnSp>
          <p:nvCxnSpPr>
            <p:cNvPr id="205" name="Connettore 1 204"/>
            <p:cNvCxnSpPr/>
            <p:nvPr userDrawn="1"/>
          </p:nvCxnSpPr>
          <p:spPr>
            <a:xfrm>
              <a:off x="11936764" y="275867"/>
              <a:ext cx="0" cy="567843"/>
            </a:xfrm>
            <a:prstGeom prst="line">
              <a:avLst/>
            </a:prstGeom>
            <a:ln w="12700">
              <a:solidFill>
                <a:schemeClr val="bg1"/>
              </a:solidFill>
            </a:ln>
            <a:effectLst/>
          </p:spPr>
          <p:style>
            <a:lnRef idx="2">
              <a:schemeClr val="accent1"/>
            </a:lnRef>
            <a:fillRef idx="0">
              <a:schemeClr val="accent1"/>
            </a:fillRef>
            <a:effectRef idx="1">
              <a:schemeClr val="accent1"/>
            </a:effectRef>
            <a:fontRef idx="minor">
              <a:schemeClr val="tx1"/>
            </a:fontRef>
          </p:style>
        </p:cxnSp>
        <p:cxnSp>
          <p:nvCxnSpPr>
            <p:cNvPr id="206" name="Connettore 1 205"/>
            <p:cNvCxnSpPr/>
            <p:nvPr userDrawn="1"/>
          </p:nvCxnSpPr>
          <p:spPr>
            <a:xfrm>
              <a:off x="12085631" y="275867"/>
              <a:ext cx="0" cy="567843"/>
            </a:xfrm>
            <a:prstGeom prst="line">
              <a:avLst/>
            </a:prstGeom>
            <a:ln w="12700">
              <a:solidFill>
                <a:schemeClr val="bg1"/>
              </a:solidFill>
            </a:ln>
            <a:effectLst/>
          </p:spPr>
          <p:style>
            <a:lnRef idx="2">
              <a:schemeClr val="accent1"/>
            </a:lnRef>
            <a:fillRef idx="0">
              <a:schemeClr val="accent1"/>
            </a:fillRef>
            <a:effectRef idx="1">
              <a:schemeClr val="accent1"/>
            </a:effectRef>
            <a:fontRef idx="minor">
              <a:schemeClr val="tx1"/>
            </a:fontRef>
          </p:style>
        </p:cxnSp>
        <p:cxnSp>
          <p:nvCxnSpPr>
            <p:cNvPr id="207" name="Connettore 1 206"/>
            <p:cNvCxnSpPr/>
            <p:nvPr userDrawn="1"/>
          </p:nvCxnSpPr>
          <p:spPr>
            <a:xfrm>
              <a:off x="12234498" y="275867"/>
              <a:ext cx="0" cy="567843"/>
            </a:xfrm>
            <a:prstGeom prst="line">
              <a:avLst/>
            </a:prstGeom>
            <a:ln w="12700">
              <a:solidFill>
                <a:schemeClr val="bg1"/>
              </a:solidFill>
            </a:ln>
            <a:effectLst/>
          </p:spPr>
          <p:style>
            <a:lnRef idx="2">
              <a:schemeClr val="accent1"/>
            </a:lnRef>
            <a:fillRef idx="0">
              <a:schemeClr val="accent1"/>
            </a:fillRef>
            <a:effectRef idx="1">
              <a:schemeClr val="accent1"/>
            </a:effectRef>
            <a:fontRef idx="minor">
              <a:schemeClr val="tx1"/>
            </a:fontRef>
          </p:style>
        </p:cxnSp>
        <p:cxnSp>
          <p:nvCxnSpPr>
            <p:cNvPr id="208" name="Connettore 1 207"/>
            <p:cNvCxnSpPr/>
            <p:nvPr userDrawn="1"/>
          </p:nvCxnSpPr>
          <p:spPr>
            <a:xfrm>
              <a:off x="12383365" y="275867"/>
              <a:ext cx="0" cy="567843"/>
            </a:xfrm>
            <a:prstGeom prst="line">
              <a:avLst/>
            </a:prstGeom>
            <a:ln w="12700">
              <a:solidFill>
                <a:schemeClr val="bg1"/>
              </a:solidFill>
            </a:ln>
            <a:effectLst/>
          </p:spPr>
          <p:style>
            <a:lnRef idx="2">
              <a:schemeClr val="accent1"/>
            </a:lnRef>
            <a:fillRef idx="0">
              <a:schemeClr val="accent1"/>
            </a:fillRef>
            <a:effectRef idx="1">
              <a:schemeClr val="accent1"/>
            </a:effectRef>
            <a:fontRef idx="minor">
              <a:schemeClr val="tx1"/>
            </a:fontRef>
          </p:style>
        </p:cxnSp>
        <p:cxnSp>
          <p:nvCxnSpPr>
            <p:cNvPr id="209" name="Connettore 1 208"/>
            <p:cNvCxnSpPr/>
            <p:nvPr userDrawn="1"/>
          </p:nvCxnSpPr>
          <p:spPr>
            <a:xfrm>
              <a:off x="12532232" y="275867"/>
              <a:ext cx="0" cy="567843"/>
            </a:xfrm>
            <a:prstGeom prst="line">
              <a:avLst/>
            </a:prstGeom>
            <a:ln w="12700">
              <a:solidFill>
                <a:schemeClr val="bg1"/>
              </a:solidFill>
            </a:ln>
            <a:effectLst/>
          </p:spPr>
          <p:style>
            <a:lnRef idx="2">
              <a:schemeClr val="accent1"/>
            </a:lnRef>
            <a:fillRef idx="0">
              <a:schemeClr val="accent1"/>
            </a:fillRef>
            <a:effectRef idx="1">
              <a:schemeClr val="accent1"/>
            </a:effectRef>
            <a:fontRef idx="minor">
              <a:schemeClr val="tx1"/>
            </a:fontRef>
          </p:style>
        </p:cxnSp>
        <p:cxnSp>
          <p:nvCxnSpPr>
            <p:cNvPr id="210" name="Connettore 1 209"/>
            <p:cNvCxnSpPr/>
            <p:nvPr userDrawn="1"/>
          </p:nvCxnSpPr>
          <p:spPr>
            <a:xfrm>
              <a:off x="12681099" y="275867"/>
              <a:ext cx="0" cy="567843"/>
            </a:xfrm>
            <a:prstGeom prst="line">
              <a:avLst/>
            </a:prstGeom>
            <a:ln w="12700">
              <a:solidFill>
                <a:schemeClr val="bg1"/>
              </a:solidFill>
            </a:ln>
            <a:effectLst/>
          </p:spPr>
          <p:style>
            <a:lnRef idx="2">
              <a:schemeClr val="accent1"/>
            </a:lnRef>
            <a:fillRef idx="0">
              <a:schemeClr val="accent1"/>
            </a:fillRef>
            <a:effectRef idx="1">
              <a:schemeClr val="accent1"/>
            </a:effectRef>
            <a:fontRef idx="minor">
              <a:schemeClr val="tx1"/>
            </a:fontRef>
          </p:style>
        </p:cxnSp>
        <p:cxnSp>
          <p:nvCxnSpPr>
            <p:cNvPr id="211" name="Connettore 1 210"/>
            <p:cNvCxnSpPr/>
            <p:nvPr userDrawn="1"/>
          </p:nvCxnSpPr>
          <p:spPr>
            <a:xfrm>
              <a:off x="12829966" y="275867"/>
              <a:ext cx="0" cy="567843"/>
            </a:xfrm>
            <a:prstGeom prst="line">
              <a:avLst/>
            </a:prstGeom>
            <a:ln w="12700">
              <a:solidFill>
                <a:schemeClr val="bg1"/>
              </a:solidFill>
            </a:ln>
            <a:effectLst/>
          </p:spPr>
          <p:style>
            <a:lnRef idx="2">
              <a:schemeClr val="accent1"/>
            </a:lnRef>
            <a:fillRef idx="0">
              <a:schemeClr val="accent1"/>
            </a:fillRef>
            <a:effectRef idx="1">
              <a:schemeClr val="accent1"/>
            </a:effectRef>
            <a:fontRef idx="minor">
              <a:schemeClr val="tx1"/>
            </a:fontRef>
          </p:style>
        </p:cxnSp>
        <p:cxnSp>
          <p:nvCxnSpPr>
            <p:cNvPr id="212" name="Connettore 1 211"/>
            <p:cNvCxnSpPr/>
            <p:nvPr userDrawn="1"/>
          </p:nvCxnSpPr>
          <p:spPr>
            <a:xfrm>
              <a:off x="12978833" y="275867"/>
              <a:ext cx="0" cy="567843"/>
            </a:xfrm>
            <a:prstGeom prst="line">
              <a:avLst/>
            </a:prstGeom>
            <a:ln w="12700">
              <a:solidFill>
                <a:schemeClr val="bg1"/>
              </a:solidFill>
            </a:ln>
            <a:effectLst/>
          </p:spPr>
          <p:style>
            <a:lnRef idx="2">
              <a:schemeClr val="accent1"/>
            </a:lnRef>
            <a:fillRef idx="0">
              <a:schemeClr val="accent1"/>
            </a:fillRef>
            <a:effectRef idx="1">
              <a:schemeClr val="accent1"/>
            </a:effectRef>
            <a:fontRef idx="minor">
              <a:schemeClr val="tx1"/>
            </a:fontRef>
          </p:style>
        </p:cxnSp>
        <p:cxnSp>
          <p:nvCxnSpPr>
            <p:cNvPr id="213" name="Connettore 1 212"/>
            <p:cNvCxnSpPr/>
            <p:nvPr userDrawn="1"/>
          </p:nvCxnSpPr>
          <p:spPr>
            <a:xfrm>
              <a:off x="13127700" y="275867"/>
              <a:ext cx="0" cy="567843"/>
            </a:xfrm>
            <a:prstGeom prst="line">
              <a:avLst/>
            </a:prstGeom>
            <a:ln w="12700">
              <a:solidFill>
                <a:schemeClr val="bg1"/>
              </a:solidFill>
            </a:ln>
            <a:effectLst/>
          </p:spPr>
          <p:style>
            <a:lnRef idx="2">
              <a:schemeClr val="accent1"/>
            </a:lnRef>
            <a:fillRef idx="0">
              <a:schemeClr val="accent1"/>
            </a:fillRef>
            <a:effectRef idx="1">
              <a:schemeClr val="accent1"/>
            </a:effectRef>
            <a:fontRef idx="minor">
              <a:schemeClr val="tx1"/>
            </a:fontRef>
          </p:style>
        </p:cxnSp>
        <p:cxnSp>
          <p:nvCxnSpPr>
            <p:cNvPr id="214" name="Connettore 1 213"/>
            <p:cNvCxnSpPr/>
            <p:nvPr userDrawn="1"/>
          </p:nvCxnSpPr>
          <p:spPr>
            <a:xfrm>
              <a:off x="13276567" y="275867"/>
              <a:ext cx="0" cy="567843"/>
            </a:xfrm>
            <a:prstGeom prst="line">
              <a:avLst/>
            </a:prstGeom>
            <a:ln w="12700">
              <a:solidFill>
                <a:schemeClr val="bg1"/>
              </a:solidFill>
            </a:ln>
            <a:effectLst/>
          </p:spPr>
          <p:style>
            <a:lnRef idx="2">
              <a:schemeClr val="accent1"/>
            </a:lnRef>
            <a:fillRef idx="0">
              <a:schemeClr val="accent1"/>
            </a:fillRef>
            <a:effectRef idx="1">
              <a:schemeClr val="accent1"/>
            </a:effectRef>
            <a:fontRef idx="minor">
              <a:schemeClr val="tx1"/>
            </a:fontRef>
          </p:style>
        </p:cxnSp>
        <p:cxnSp>
          <p:nvCxnSpPr>
            <p:cNvPr id="215" name="Connettore 1 214"/>
            <p:cNvCxnSpPr/>
            <p:nvPr userDrawn="1"/>
          </p:nvCxnSpPr>
          <p:spPr>
            <a:xfrm>
              <a:off x="13425434" y="275867"/>
              <a:ext cx="0" cy="567843"/>
            </a:xfrm>
            <a:prstGeom prst="line">
              <a:avLst/>
            </a:prstGeom>
            <a:ln w="12700">
              <a:solidFill>
                <a:schemeClr val="bg1"/>
              </a:solidFill>
            </a:ln>
            <a:effectLst/>
          </p:spPr>
          <p:style>
            <a:lnRef idx="2">
              <a:schemeClr val="accent1"/>
            </a:lnRef>
            <a:fillRef idx="0">
              <a:schemeClr val="accent1"/>
            </a:fillRef>
            <a:effectRef idx="1">
              <a:schemeClr val="accent1"/>
            </a:effectRef>
            <a:fontRef idx="minor">
              <a:schemeClr val="tx1"/>
            </a:fontRef>
          </p:style>
        </p:cxnSp>
        <p:cxnSp>
          <p:nvCxnSpPr>
            <p:cNvPr id="216" name="Connettore 1 215"/>
            <p:cNvCxnSpPr/>
            <p:nvPr userDrawn="1"/>
          </p:nvCxnSpPr>
          <p:spPr>
            <a:xfrm>
              <a:off x="13574301" y="275867"/>
              <a:ext cx="0" cy="567843"/>
            </a:xfrm>
            <a:prstGeom prst="line">
              <a:avLst/>
            </a:prstGeom>
            <a:ln w="12700">
              <a:solidFill>
                <a:schemeClr val="bg1"/>
              </a:solidFill>
            </a:ln>
            <a:effectLst/>
          </p:spPr>
          <p:style>
            <a:lnRef idx="2">
              <a:schemeClr val="accent1"/>
            </a:lnRef>
            <a:fillRef idx="0">
              <a:schemeClr val="accent1"/>
            </a:fillRef>
            <a:effectRef idx="1">
              <a:schemeClr val="accent1"/>
            </a:effectRef>
            <a:fontRef idx="minor">
              <a:schemeClr val="tx1"/>
            </a:fontRef>
          </p:style>
        </p:cxnSp>
        <p:cxnSp>
          <p:nvCxnSpPr>
            <p:cNvPr id="217" name="Connettore 1 216"/>
            <p:cNvCxnSpPr/>
            <p:nvPr userDrawn="1"/>
          </p:nvCxnSpPr>
          <p:spPr>
            <a:xfrm>
              <a:off x="13723168" y="275867"/>
              <a:ext cx="0" cy="567843"/>
            </a:xfrm>
            <a:prstGeom prst="line">
              <a:avLst/>
            </a:prstGeom>
            <a:ln w="12700">
              <a:solidFill>
                <a:schemeClr val="bg1"/>
              </a:solidFill>
            </a:ln>
            <a:effectLst/>
          </p:spPr>
          <p:style>
            <a:lnRef idx="2">
              <a:schemeClr val="accent1"/>
            </a:lnRef>
            <a:fillRef idx="0">
              <a:schemeClr val="accent1"/>
            </a:fillRef>
            <a:effectRef idx="1">
              <a:schemeClr val="accent1"/>
            </a:effectRef>
            <a:fontRef idx="minor">
              <a:schemeClr val="tx1"/>
            </a:fontRef>
          </p:style>
        </p:cxnSp>
        <p:cxnSp>
          <p:nvCxnSpPr>
            <p:cNvPr id="218" name="Connettore 1 217"/>
            <p:cNvCxnSpPr/>
            <p:nvPr userDrawn="1"/>
          </p:nvCxnSpPr>
          <p:spPr>
            <a:xfrm>
              <a:off x="13872035" y="275867"/>
              <a:ext cx="0" cy="567843"/>
            </a:xfrm>
            <a:prstGeom prst="line">
              <a:avLst/>
            </a:prstGeom>
            <a:ln w="12700">
              <a:solidFill>
                <a:schemeClr val="bg1"/>
              </a:solidFill>
            </a:ln>
            <a:effectLst/>
          </p:spPr>
          <p:style>
            <a:lnRef idx="2">
              <a:schemeClr val="accent1"/>
            </a:lnRef>
            <a:fillRef idx="0">
              <a:schemeClr val="accent1"/>
            </a:fillRef>
            <a:effectRef idx="1">
              <a:schemeClr val="accent1"/>
            </a:effectRef>
            <a:fontRef idx="minor">
              <a:schemeClr val="tx1"/>
            </a:fontRef>
          </p:style>
        </p:cxnSp>
        <p:cxnSp>
          <p:nvCxnSpPr>
            <p:cNvPr id="219" name="Connettore 1 218"/>
            <p:cNvCxnSpPr/>
            <p:nvPr userDrawn="1"/>
          </p:nvCxnSpPr>
          <p:spPr>
            <a:xfrm>
              <a:off x="14020902" y="275867"/>
              <a:ext cx="0" cy="567843"/>
            </a:xfrm>
            <a:prstGeom prst="line">
              <a:avLst/>
            </a:prstGeom>
            <a:ln w="12700">
              <a:solidFill>
                <a:schemeClr val="bg1"/>
              </a:solidFill>
            </a:ln>
            <a:effectLst/>
          </p:spPr>
          <p:style>
            <a:lnRef idx="2">
              <a:schemeClr val="accent1"/>
            </a:lnRef>
            <a:fillRef idx="0">
              <a:schemeClr val="accent1"/>
            </a:fillRef>
            <a:effectRef idx="1">
              <a:schemeClr val="accent1"/>
            </a:effectRef>
            <a:fontRef idx="minor">
              <a:schemeClr val="tx1"/>
            </a:fontRef>
          </p:style>
        </p:cxnSp>
        <p:cxnSp>
          <p:nvCxnSpPr>
            <p:cNvPr id="220" name="Connettore 1 219"/>
            <p:cNvCxnSpPr/>
            <p:nvPr userDrawn="1"/>
          </p:nvCxnSpPr>
          <p:spPr>
            <a:xfrm>
              <a:off x="14169769" y="275867"/>
              <a:ext cx="0" cy="567843"/>
            </a:xfrm>
            <a:prstGeom prst="line">
              <a:avLst/>
            </a:prstGeom>
            <a:ln w="12700">
              <a:solidFill>
                <a:schemeClr val="bg1"/>
              </a:solidFill>
            </a:ln>
            <a:effectLst/>
          </p:spPr>
          <p:style>
            <a:lnRef idx="2">
              <a:schemeClr val="accent1"/>
            </a:lnRef>
            <a:fillRef idx="0">
              <a:schemeClr val="accent1"/>
            </a:fillRef>
            <a:effectRef idx="1">
              <a:schemeClr val="accent1"/>
            </a:effectRef>
            <a:fontRef idx="minor">
              <a:schemeClr val="tx1"/>
            </a:fontRef>
          </p:style>
        </p:cxnSp>
        <p:cxnSp>
          <p:nvCxnSpPr>
            <p:cNvPr id="221" name="Connettore 1 220"/>
            <p:cNvCxnSpPr/>
            <p:nvPr userDrawn="1"/>
          </p:nvCxnSpPr>
          <p:spPr>
            <a:xfrm>
              <a:off x="14318636" y="275867"/>
              <a:ext cx="0" cy="567843"/>
            </a:xfrm>
            <a:prstGeom prst="line">
              <a:avLst/>
            </a:prstGeom>
            <a:ln w="12700">
              <a:solidFill>
                <a:schemeClr val="bg1"/>
              </a:solidFill>
            </a:ln>
            <a:effectLst/>
          </p:spPr>
          <p:style>
            <a:lnRef idx="2">
              <a:schemeClr val="accent1"/>
            </a:lnRef>
            <a:fillRef idx="0">
              <a:schemeClr val="accent1"/>
            </a:fillRef>
            <a:effectRef idx="1">
              <a:schemeClr val="accent1"/>
            </a:effectRef>
            <a:fontRef idx="minor">
              <a:schemeClr val="tx1"/>
            </a:fontRef>
          </p:style>
        </p:cxnSp>
        <p:cxnSp>
          <p:nvCxnSpPr>
            <p:cNvPr id="222" name="Connettore 1 221"/>
            <p:cNvCxnSpPr/>
            <p:nvPr userDrawn="1"/>
          </p:nvCxnSpPr>
          <p:spPr>
            <a:xfrm>
              <a:off x="14467503" y="275867"/>
              <a:ext cx="0" cy="567843"/>
            </a:xfrm>
            <a:prstGeom prst="line">
              <a:avLst/>
            </a:prstGeom>
            <a:ln w="12700">
              <a:solidFill>
                <a:schemeClr val="bg1"/>
              </a:solidFill>
            </a:ln>
            <a:effectLst/>
          </p:spPr>
          <p:style>
            <a:lnRef idx="2">
              <a:schemeClr val="accent1"/>
            </a:lnRef>
            <a:fillRef idx="0">
              <a:schemeClr val="accent1"/>
            </a:fillRef>
            <a:effectRef idx="1">
              <a:schemeClr val="accent1"/>
            </a:effectRef>
            <a:fontRef idx="minor">
              <a:schemeClr val="tx1"/>
            </a:fontRef>
          </p:style>
        </p:cxnSp>
        <p:cxnSp>
          <p:nvCxnSpPr>
            <p:cNvPr id="223" name="Connettore 1 222"/>
            <p:cNvCxnSpPr/>
            <p:nvPr userDrawn="1"/>
          </p:nvCxnSpPr>
          <p:spPr>
            <a:xfrm>
              <a:off x="14616370" y="275867"/>
              <a:ext cx="0" cy="567843"/>
            </a:xfrm>
            <a:prstGeom prst="line">
              <a:avLst/>
            </a:prstGeom>
            <a:ln w="12700">
              <a:solidFill>
                <a:schemeClr val="bg1"/>
              </a:solidFill>
            </a:ln>
            <a:effectLst/>
          </p:spPr>
          <p:style>
            <a:lnRef idx="2">
              <a:schemeClr val="accent1"/>
            </a:lnRef>
            <a:fillRef idx="0">
              <a:schemeClr val="accent1"/>
            </a:fillRef>
            <a:effectRef idx="1">
              <a:schemeClr val="accent1"/>
            </a:effectRef>
            <a:fontRef idx="minor">
              <a:schemeClr val="tx1"/>
            </a:fontRef>
          </p:style>
        </p:cxnSp>
        <p:cxnSp>
          <p:nvCxnSpPr>
            <p:cNvPr id="224" name="Connettore 1 223"/>
            <p:cNvCxnSpPr/>
            <p:nvPr userDrawn="1"/>
          </p:nvCxnSpPr>
          <p:spPr>
            <a:xfrm>
              <a:off x="14765237" y="275867"/>
              <a:ext cx="0" cy="567843"/>
            </a:xfrm>
            <a:prstGeom prst="line">
              <a:avLst/>
            </a:prstGeom>
            <a:ln w="12700">
              <a:solidFill>
                <a:schemeClr val="bg1"/>
              </a:solidFill>
            </a:ln>
            <a:effectLst/>
          </p:spPr>
          <p:style>
            <a:lnRef idx="2">
              <a:schemeClr val="accent1"/>
            </a:lnRef>
            <a:fillRef idx="0">
              <a:schemeClr val="accent1"/>
            </a:fillRef>
            <a:effectRef idx="1">
              <a:schemeClr val="accent1"/>
            </a:effectRef>
            <a:fontRef idx="minor">
              <a:schemeClr val="tx1"/>
            </a:fontRef>
          </p:style>
        </p:cxnSp>
        <p:cxnSp>
          <p:nvCxnSpPr>
            <p:cNvPr id="225" name="Connettore 1 224"/>
            <p:cNvCxnSpPr/>
            <p:nvPr userDrawn="1"/>
          </p:nvCxnSpPr>
          <p:spPr>
            <a:xfrm>
              <a:off x="14914104" y="275867"/>
              <a:ext cx="0" cy="567843"/>
            </a:xfrm>
            <a:prstGeom prst="line">
              <a:avLst/>
            </a:prstGeom>
            <a:ln w="12700">
              <a:solidFill>
                <a:schemeClr val="bg1"/>
              </a:solidFill>
            </a:ln>
            <a:effectLst/>
          </p:spPr>
          <p:style>
            <a:lnRef idx="2">
              <a:schemeClr val="accent1"/>
            </a:lnRef>
            <a:fillRef idx="0">
              <a:schemeClr val="accent1"/>
            </a:fillRef>
            <a:effectRef idx="1">
              <a:schemeClr val="accent1"/>
            </a:effectRef>
            <a:fontRef idx="minor">
              <a:schemeClr val="tx1"/>
            </a:fontRef>
          </p:style>
        </p:cxnSp>
        <p:cxnSp>
          <p:nvCxnSpPr>
            <p:cNvPr id="226" name="Connettore 1 225"/>
            <p:cNvCxnSpPr/>
            <p:nvPr userDrawn="1"/>
          </p:nvCxnSpPr>
          <p:spPr>
            <a:xfrm>
              <a:off x="15062971" y="275867"/>
              <a:ext cx="0" cy="567843"/>
            </a:xfrm>
            <a:prstGeom prst="line">
              <a:avLst/>
            </a:prstGeom>
            <a:ln w="12700">
              <a:solidFill>
                <a:schemeClr val="bg1"/>
              </a:solidFill>
            </a:ln>
            <a:effectLst/>
          </p:spPr>
          <p:style>
            <a:lnRef idx="2">
              <a:schemeClr val="accent1"/>
            </a:lnRef>
            <a:fillRef idx="0">
              <a:schemeClr val="accent1"/>
            </a:fillRef>
            <a:effectRef idx="1">
              <a:schemeClr val="accent1"/>
            </a:effectRef>
            <a:fontRef idx="minor">
              <a:schemeClr val="tx1"/>
            </a:fontRef>
          </p:style>
        </p:cxnSp>
        <p:cxnSp>
          <p:nvCxnSpPr>
            <p:cNvPr id="227" name="Connettore 1 226"/>
            <p:cNvCxnSpPr/>
            <p:nvPr userDrawn="1"/>
          </p:nvCxnSpPr>
          <p:spPr>
            <a:xfrm>
              <a:off x="15211838" y="275867"/>
              <a:ext cx="0" cy="567843"/>
            </a:xfrm>
            <a:prstGeom prst="line">
              <a:avLst/>
            </a:prstGeom>
            <a:ln w="12700">
              <a:solidFill>
                <a:schemeClr val="bg1"/>
              </a:solidFill>
            </a:ln>
            <a:effectLst/>
          </p:spPr>
          <p:style>
            <a:lnRef idx="2">
              <a:schemeClr val="accent1"/>
            </a:lnRef>
            <a:fillRef idx="0">
              <a:schemeClr val="accent1"/>
            </a:fillRef>
            <a:effectRef idx="1">
              <a:schemeClr val="accent1"/>
            </a:effectRef>
            <a:fontRef idx="minor">
              <a:schemeClr val="tx1"/>
            </a:fontRef>
          </p:style>
        </p:cxnSp>
        <p:cxnSp>
          <p:nvCxnSpPr>
            <p:cNvPr id="228" name="Connettore 1 227"/>
            <p:cNvCxnSpPr/>
            <p:nvPr userDrawn="1"/>
          </p:nvCxnSpPr>
          <p:spPr>
            <a:xfrm>
              <a:off x="15360705" y="275867"/>
              <a:ext cx="0" cy="567843"/>
            </a:xfrm>
            <a:prstGeom prst="line">
              <a:avLst/>
            </a:prstGeom>
            <a:ln w="12700">
              <a:solidFill>
                <a:schemeClr val="bg1"/>
              </a:solidFill>
            </a:ln>
            <a:effectLst/>
          </p:spPr>
          <p:style>
            <a:lnRef idx="2">
              <a:schemeClr val="accent1"/>
            </a:lnRef>
            <a:fillRef idx="0">
              <a:schemeClr val="accent1"/>
            </a:fillRef>
            <a:effectRef idx="1">
              <a:schemeClr val="accent1"/>
            </a:effectRef>
            <a:fontRef idx="minor">
              <a:schemeClr val="tx1"/>
            </a:fontRef>
          </p:style>
        </p:cxnSp>
        <p:cxnSp>
          <p:nvCxnSpPr>
            <p:cNvPr id="229" name="Connettore 1 228"/>
            <p:cNvCxnSpPr/>
            <p:nvPr userDrawn="1"/>
          </p:nvCxnSpPr>
          <p:spPr>
            <a:xfrm>
              <a:off x="15509572" y="275867"/>
              <a:ext cx="0" cy="567843"/>
            </a:xfrm>
            <a:prstGeom prst="line">
              <a:avLst/>
            </a:prstGeom>
            <a:ln w="12700">
              <a:solidFill>
                <a:schemeClr val="bg1"/>
              </a:solidFill>
            </a:ln>
            <a:effectLst/>
          </p:spPr>
          <p:style>
            <a:lnRef idx="2">
              <a:schemeClr val="accent1"/>
            </a:lnRef>
            <a:fillRef idx="0">
              <a:schemeClr val="accent1"/>
            </a:fillRef>
            <a:effectRef idx="1">
              <a:schemeClr val="accent1"/>
            </a:effectRef>
            <a:fontRef idx="minor">
              <a:schemeClr val="tx1"/>
            </a:fontRef>
          </p:style>
        </p:cxnSp>
        <p:cxnSp>
          <p:nvCxnSpPr>
            <p:cNvPr id="230" name="Connettore 1 229"/>
            <p:cNvCxnSpPr/>
            <p:nvPr userDrawn="1"/>
          </p:nvCxnSpPr>
          <p:spPr>
            <a:xfrm>
              <a:off x="15658439" y="275867"/>
              <a:ext cx="0" cy="567843"/>
            </a:xfrm>
            <a:prstGeom prst="line">
              <a:avLst/>
            </a:prstGeom>
            <a:ln w="12700">
              <a:solidFill>
                <a:schemeClr val="bg1"/>
              </a:solidFill>
            </a:ln>
            <a:effectLst/>
          </p:spPr>
          <p:style>
            <a:lnRef idx="2">
              <a:schemeClr val="accent1"/>
            </a:lnRef>
            <a:fillRef idx="0">
              <a:schemeClr val="accent1"/>
            </a:fillRef>
            <a:effectRef idx="1">
              <a:schemeClr val="accent1"/>
            </a:effectRef>
            <a:fontRef idx="minor">
              <a:schemeClr val="tx1"/>
            </a:fontRef>
          </p:style>
        </p:cxnSp>
        <p:cxnSp>
          <p:nvCxnSpPr>
            <p:cNvPr id="231" name="Connettore 1 230"/>
            <p:cNvCxnSpPr/>
            <p:nvPr userDrawn="1"/>
          </p:nvCxnSpPr>
          <p:spPr>
            <a:xfrm>
              <a:off x="15807306" y="275867"/>
              <a:ext cx="0" cy="567843"/>
            </a:xfrm>
            <a:prstGeom prst="line">
              <a:avLst/>
            </a:prstGeom>
            <a:ln w="12700">
              <a:solidFill>
                <a:schemeClr val="bg1"/>
              </a:solidFill>
            </a:ln>
            <a:effectLst/>
          </p:spPr>
          <p:style>
            <a:lnRef idx="2">
              <a:schemeClr val="accent1"/>
            </a:lnRef>
            <a:fillRef idx="0">
              <a:schemeClr val="accent1"/>
            </a:fillRef>
            <a:effectRef idx="1">
              <a:schemeClr val="accent1"/>
            </a:effectRef>
            <a:fontRef idx="minor">
              <a:schemeClr val="tx1"/>
            </a:fontRef>
          </p:style>
        </p:cxnSp>
        <p:cxnSp>
          <p:nvCxnSpPr>
            <p:cNvPr id="232" name="Connettore 1 231"/>
            <p:cNvCxnSpPr/>
            <p:nvPr userDrawn="1"/>
          </p:nvCxnSpPr>
          <p:spPr>
            <a:xfrm>
              <a:off x="15956173" y="275867"/>
              <a:ext cx="0" cy="567843"/>
            </a:xfrm>
            <a:prstGeom prst="line">
              <a:avLst/>
            </a:prstGeom>
            <a:ln w="12700">
              <a:solidFill>
                <a:schemeClr val="bg1"/>
              </a:solidFill>
            </a:ln>
            <a:effectLst/>
          </p:spPr>
          <p:style>
            <a:lnRef idx="2">
              <a:schemeClr val="accent1"/>
            </a:lnRef>
            <a:fillRef idx="0">
              <a:schemeClr val="accent1"/>
            </a:fillRef>
            <a:effectRef idx="1">
              <a:schemeClr val="accent1"/>
            </a:effectRef>
            <a:fontRef idx="minor">
              <a:schemeClr val="tx1"/>
            </a:fontRef>
          </p:style>
        </p:cxnSp>
        <p:cxnSp>
          <p:nvCxnSpPr>
            <p:cNvPr id="233" name="Connettore 1 232"/>
            <p:cNvCxnSpPr/>
            <p:nvPr userDrawn="1"/>
          </p:nvCxnSpPr>
          <p:spPr>
            <a:xfrm>
              <a:off x="16105040" y="275867"/>
              <a:ext cx="0" cy="567843"/>
            </a:xfrm>
            <a:prstGeom prst="line">
              <a:avLst/>
            </a:prstGeom>
            <a:ln w="12700">
              <a:solidFill>
                <a:schemeClr val="bg1"/>
              </a:solidFill>
            </a:ln>
            <a:effectLst/>
          </p:spPr>
          <p:style>
            <a:lnRef idx="2">
              <a:schemeClr val="accent1"/>
            </a:lnRef>
            <a:fillRef idx="0">
              <a:schemeClr val="accent1"/>
            </a:fillRef>
            <a:effectRef idx="1">
              <a:schemeClr val="accent1"/>
            </a:effectRef>
            <a:fontRef idx="minor">
              <a:schemeClr val="tx1"/>
            </a:fontRef>
          </p:style>
        </p:cxnSp>
        <p:cxnSp>
          <p:nvCxnSpPr>
            <p:cNvPr id="234" name="Connettore 1 233"/>
            <p:cNvCxnSpPr/>
            <p:nvPr userDrawn="1"/>
          </p:nvCxnSpPr>
          <p:spPr>
            <a:xfrm>
              <a:off x="16253907" y="275867"/>
              <a:ext cx="0" cy="567843"/>
            </a:xfrm>
            <a:prstGeom prst="line">
              <a:avLst/>
            </a:prstGeom>
            <a:ln w="12700">
              <a:solidFill>
                <a:schemeClr val="bg1"/>
              </a:solidFill>
            </a:ln>
            <a:effectLst/>
          </p:spPr>
          <p:style>
            <a:lnRef idx="2">
              <a:schemeClr val="accent1"/>
            </a:lnRef>
            <a:fillRef idx="0">
              <a:schemeClr val="accent1"/>
            </a:fillRef>
            <a:effectRef idx="1">
              <a:schemeClr val="accent1"/>
            </a:effectRef>
            <a:fontRef idx="minor">
              <a:schemeClr val="tx1"/>
            </a:fontRef>
          </p:style>
        </p:cxnSp>
        <p:cxnSp>
          <p:nvCxnSpPr>
            <p:cNvPr id="235" name="Connettore 1 234"/>
            <p:cNvCxnSpPr/>
            <p:nvPr userDrawn="1"/>
          </p:nvCxnSpPr>
          <p:spPr>
            <a:xfrm>
              <a:off x="16402774" y="275867"/>
              <a:ext cx="0" cy="567843"/>
            </a:xfrm>
            <a:prstGeom prst="line">
              <a:avLst/>
            </a:prstGeom>
            <a:ln w="12700">
              <a:solidFill>
                <a:schemeClr val="bg1"/>
              </a:solidFill>
            </a:ln>
            <a:effectLst/>
          </p:spPr>
          <p:style>
            <a:lnRef idx="2">
              <a:schemeClr val="accent1"/>
            </a:lnRef>
            <a:fillRef idx="0">
              <a:schemeClr val="accent1"/>
            </a:fillRef>
            <a:effectRef idx="1">
              <a:schemeClr val="accent1"/>
            </a:effectRef>
            <a:fontRef idx="minor">
              <a:schemeClr val="tx1"/>
            </a:fontRef>
          </p:style>
        </p:cxnSp>
        <p:cxnSp>
          <p:nvCxnSpPr>
            <p:cNvPr id="236" name="Connettore 1 235"/>
            <p:cNvCxnSpPr/>
            <p:nvPr userDrawn="1"/>
          </p:nvCxnSpPr>
          <p:spPr>
            <a:xfrm>
              <a:off x="16551641" y="275867"/>
              <a:ext cx="0" cy="567843"/>
            </a:xfrm>
            <a:prstGeom prst="line">
              <a:avLst/>
            </a:prstGeom>
            <a:ln w="12700">
              <a:solidFill>
                <a:schemeClr val="bg1"/>
              </a:solidFill>
            </a:ln>
            <a:effectLst/>
          </p:spPr>
          <p:style>
            <a:lnRef idx="2">
              <a:schemeClr val="accent1"/>
            </a:lnRef>
            <a:fillRef idx="0">
              <a:schemeClr val="accent1"/>
            </a:fillRef>
            <a:effectRef idx="1">
              <a:schemeClr val="accent1"/>
            </a:effectRef>
            <a:fontRef idx="minor">
              <a:schemeClr val="tx1"/>
            </a:fontRef>
          </p:style>
        </p:cxnSp>
        <p:cxnSp>
          <p:nvCxnSpPr>
            <p:cNvPr id="237" name="Connettore 1 236"/>
            <p:cNvCxnSpPr/>
            <p:nvPr userDrawn="1"/>
          </p:nvCxnSpPr>
          <p:spPr>
            <a:xfrm>
              <a:off x="16700508" y="275867"/>
              <a:ext cx="0" cy="567843"/>
            </a:xfrm>
            <a:prstGeom prst="line">
              <a:avLst/>
            </a:prstGeom>
            <a:ln w="12700">
              <a:solidFill>
                <a:schemeClr val="bg1"/>
              </a:solidFill>
            </a:ln>
            <a:effectLst/>
          </p:spPr>
          <p:style>
            <a:lnRef idx="2">
              <a:schemeClr val="accent1"/>
            </a:lnRef>
            <a:fillRef idx="0">
              <a:schemeClr val="accent1"/>
            </a:fillRef>
            <a:effectRef idx="1">
              <a:schemeClr val="accent1"/>
            </a:effectRef>
            <a:fontRef idx="minor">
              <a:schemeClr val="tx1"/>
            </a:fontRef>
          </p:style>
        </p:cxnSp>
        <p:cxnSp>
          <p:nvCxnSpPr>
            <p:cNvPr id="238" name="Connettore 1 237"/>
            <p:cNvCxnSpPr/>
            <p:nvPr userDrawn="1"/>
          </p:nvCxnSpPr>
          <p:spPr>
            <a:xfrm>
              <a:off x="16849375" y="275867"/>
              <a:ext cx="0" cy="567843"/>
            </a:xfrm>
            <a:prstGeom prst="line">
              <a:avLst/>
            </a:prstGeom>
            <a:ln w="12700">
              <a:solidFill>
                <a:schemeClr val="bg1"/>
              </a:solidFill>
            </a:ln>
            <a:effectLst/>
          </p:spPr>
          <p:style>
            <a:lnRef idx="2">
              <a:schemeClr val="accent1"/>
            </a:lnRef>
            <a:fillRef idx="0">
              <a:schemeClr val="accent1"/>
            </a:fillRef>
            <a:effectRef idx="1">
              <a:schemeClr val="accent1"/>
            </a:effectRef>
            <a:fontRef idx="minor">
              <a:schemeClr val="tx1"/>
            </a:fontRef>
          </p:style>
        </p:cxnSp>
        <p:cxnSp>
          <p:nvCxnSpPr>
            <p:cNvPr id="239" name="Connettore 1 238"/>
            <p:cNvCxnSpPr/>
            <p:nvPr userDrawn="1"/>
          </p:nvCxnSpPr>
          <p:spPr>
            <a:xfrm>
              <a:off x="16998242" y="275867"/>
              <a:ext cx="0" cy="567843"/>
            </a:xfrm>
            <a:prstGeom prst="line">
              <a:avLst/>
            </a:prstGeom>
            <a:ln w="12700">
              <a:solidFill>
                <a:schemeClr val="bg1"/>
              </a:solidFill>
            </a:ln>
            <a:effectLst/>
          </p:spPr>
          <p:style>
            <a:lnRef idx="2">
              <a:schemeClr val="accent1"/>
            </a:lnRef>
            <a:fillRef idx="0">
              <a:schemeClr val="accent1"/>
            </a:fillRef>
            <a:effectRef idx="1">
              <a:schemeClr val="accent1"/>
            </a:effectRef>
            <a:fontRef idx="minor">
              <a:schemeClr val="tx1"/>
            </a:fontRef>
          </p:style>
        </p:cxnSp>
        <p:cxnSp>
          <p:nvCxnSpPr>
            <p:cNvPr id="240" name="Connettore 1 239"/>
            <p:cNvCxnSpPr/>
            <p:nvPr userDrawn="1"/>
          </p:nvCxnSpPr>
          <p:spPr>
            <a:xfrm>
              <a:off x="17147109" y="275867"/>
              <a:ext cx="0" cy="567843"/>
            </a:xfrm>
            <a:prstGeom prst="line">
              <a:avLst/>
            </a:prstGeom>
            <a:ln w="12700">
              <a:solidFill>
                <a:schemeClr val="bg1"/>
              </a:solidFill>
            </a:ln>
            <a:effectLst/>
          </p:spPr>
          <p:style>
            <a:lnRef idx="2">
              <a:schemeClr val="accent1"/>
            </a:lnRef>
            <a:fillRef idx="0">
              <a:schemeClr val="accent1"/>
            </a:fillRef>
            <a:effectRef idx="1">
              <a:schemeClr val="accent1"/>
            </a:effectRef>
            <a:fontRef idx="minor">
              <a:schemeClr val="tx1"/>
            </a:fontRef>
          </p:style>
        </p:cxnSp>
        <p:cxnSp>
          <p:nvCxnSpPr>
            <p:cNvPr id="241" name="Connettore 1 240"/>
            <p:cNvCxnSpPr/>
            <p:nvPr userDrawn="1"/>
          </p:nvCxnSpPr>
          <p:spPr>
            <a:xfrm>
              <a:off x="17295976" y="275867"/>
              <a:ext cx="0" cy="567843"/>
            </a:xfrm>
            <a:prstGeom prst="line">
              <a:avLst/>
            </a:prstGeom>
            <a:ln w="12700">
              <a:solidFill>
                <a:schemeClr val="bg1"/>
              </a:solidFill>
            </a:ln>
            <a:effectLst/>
          </p:spPr>
          <p:style>
            <a:lnRef idx="2">
              <a:schemeClr val="accent1"/>
            </a:lnRef>
            <a:fillRef idx="0">
              <a:schemeClr val="accent1"/>
            </a:fillRef>
            <a:effectRef idx="1">
              <a:schemeClr val="accent1"/>
            </a:effectRef>
            <a:fontRef idx="minor">
              <a:schemeClr val="tx1"/>
            </a:fontRef>
          </p:style>
        </p:cxnSp>
        <p:cxnSp>
          <p:nvCxnSpPr>
            <p:cNvPr id="242" name="Connettore 1 241"/>
            <p:cNvCxnSpPr/>
            <p:nvPr userDrawn="1"/>
          </p:nvCxnSpPr>
          <p:spPr>
            <a:xfrm>
              <a:off x="17444843" y="275867"/>
              <a:ext cx="0" cy="567843"/>
            </a:xfrm>
            <a:prstGeom prst="line">
              <a:avLst/>
            </a:prstGeom>
            <a:ln w="12700">
              <a:solidFill>
                <a:schemeClr val="bg1"/>
              </a:solidFill>
            </a:ln>
            <a:effectLst/>
          </p:spPr>
          <p:style>
            <a:lnRef idx="2">
              <a:schemeClr val="accent1"/>
            </a:lnRef>
            <a:fillRef idx="0">
              <a:schemeClr val="accent1"/>
            </a:fillRef>
            <a:effectRef idx="1">
              <a:schemeClr val="accent1"/>
            </a:effectRef>
            <a:fontRef idx="minor">
              <a:schemeClr val="tx1"/>
            </a:fontRef>
          </p:style>
        </p:cxnSp>
        <p:cxnSp>
          <p:nvCxnSpPr>
            <p:cNvPr id="243" name="Connettore 1 242"/>
            <p:cNvCxnSpPr/>
            <p:nvPr userDrawn="1"/>
          </p:nvCxnSpPr>
          <p:spPr>
            <a:xfrm>
              <a:off x="17593710" y="275867"/>
              <a:ext cx="0" cy="567843"/>
            </a:xfrm>
            <a:prstGeom prst="line">
              <a:avLst/>
            </a:prstGeom>
            <a:ln w="12700">
              <a:solidFill>
                <a:schemeClr val="bg1"/>
              </a:solidFill>
            </a:ln>
            <a:effectLst/>
          </p:spPr>
          <p:style>
            <a:lnRef idx="2">
              <a:schemeClr val="accent1"/>
            </a:lnRef>
            <a:fillRef idx="0">
              <a:schemeClr val="accent1"/>
            </a:fillRef>
            <a:effectRef idx="1">
              <a:schemeClr val="accent1"/>
            </a:effectRef>
            <a:fontRef idx="minor">
              <a:schemeClr val="tx1"/>
            </a:fontRef>
          </p:style>
        </p:cxnSp>
        <p:cxnSp>
          <p:nvCxnSpPr>
            <p:cNvPr id="244" name="Connettore 1 243"/>
            <p:cNvCxnSpPr/>
            <p:nvPr userDrawn="1"/>
          </p:nvCxnSpPr>
          <p:spPr>
            <a:xfrm>
              <a:off x="17742577" y="275867"/>
              <a:ext cx="0" cy="567843"/>
            </a:xfrm>
            <a:prstGeom prst="line">
              <a:avLst/>
            </a:prstGeom>
            <a:ln w="12700">
              <a:solidFill>
                <a:schemeClr val="bg1"/>
              </a:solidFill>
            </a:ln>
            <a:effectLst/>
          </p:spPr>
          <p:style>
            <a:lnRef idx="2">
              <a:schemeClr val="accent1"/>
            </a:lnRef>
            <a:fillRef idx="0">
              <a:schemeClr val="accent1"/>
            </a:fillRef>
            <a:effectRef idx="1">
              <a:schemeClr val="accent1"/>
            </a:effectRef>
            <a:fontRef idx="minor">
              <a:schemeClr val="tx1"/>
            </a:fontRef>
          </p:style>
        </p:cxnSp>
        <p:cxnSp>
          <p:nvCxnSpPr>
            <p:cNvPr id="245" name="Connettore 1 244"/>
            <p:cNvCxnSpPr/>
            <p:nvPr userDrawn="1"/>
          </p:nvCxnSpPr>
          <p:spPr>
            <a:xfrm>
              <a:off x="17891444" y="275867"/>
              <a:ext cx="0" cy="567843"/>
            </a:xfrm>
            <a:prstGeom prst="line">
              <a:avLst/>
            </a:prstGeom>
            <a:ln w="12700">
              <a:solidFill>
                <a:schemeClr val="bg1"/>
              </a:solidFill>
            </a:ln>
            <a:effectLst/>
          </p:spPr>
          <p:style>
            <a:lnRef idx="2">
              <a:schemeClr val="accent1"/>
            </a:lnRef>
            <a:fillRef idx="0">
              <a:schemeClr val="accent1"/>
            </a:fillRef>
            <a:effectRef idx="1">
              <a:schemeClr val="accent1"/>
            </a:effectRef>
            <a:fontRef idx="minor">
              <a:schemeClr val="tx1"/>
            </a:fontRef>
          </p:style>
        </p:cxnSp>
        <p:cxnSp>
          <p:nvCxnSpPr>
            <p:cNvPr id="246" name="Connettore 1 245"/>
            <p:cNvCxnSpPr/>
            <p:nvPr userDrawn="1"/>
          </p:nvCxnSpPr>
          <p:spPr>
            <a:xfrm>
              <a:off x="18040311" y="275867"/>
              <a:ext cx="0" cy="567843"/>
            </a:xfrm>
            <a:prstGeom prst="line">
              <a:avLst/>
            </a:prstGeom>
            <a:ln w="12700">
              <a:solidFill>
                <a:schemeClr val="bg1"/>
              </a:solidFill>
            </a:ln>
            <a:effectLst/>
          </p:spPr>
          <p:style>
            <a:lnRef idx="2">
              <a:schemeClr val="accent1"/>
            </a:lnRef>
            <a:fillRef idx="0">
              <a:schemeClr val="accent1"/>
            </a:fillRef>
            <a:effectRef idx="1">
              <a:schemeClr val="accent1"/>
            </a:effectRef>
            <a:fontRef idx="minor">
              <a:schemeClr val="tx1"/>
            </a:fontRef>
          </p:style>
        </p:cxnSp>
        <p:cxnSp>
          <p:nvCxnSpPr>
            <p:cNvPr id="247" name="Connettore 1 246"/>
            <p:cNvCxnSpPr/>
            <p:nvPr userDrawn="1"/>
          </p:nvCxnSpPr>
          <p:spPr>
            <a:xfrm>
              <a:off x="18189178" y="275867"/>
              <a:ext cx="0" cy="567843"/>
            </a:xfrm>
            <a:prstGeom prst="line">
              <a:avLst/>
            </a:prstGeom>
            <a:ln w="12700">
              <a:solidFill>
                <a:schemeClr val="bg1"/>
              </a:solidFill>
            </a:ln>
            <a:effectLst/>
          </p:spPr>
          <p:style>
            <a:lnRef idx="2">
              <a:schemeClr val="accent1"/>
            </a:lnRef>
            <a:fillRef idx="0">
              <a:schemeClr val="accent1"/>
            </a:fillRef>
            <a:effectRef idx="1">
              <a:schemeClr val="accent1"/>
            </a:effectRef>
            <a:fontRef idx="minor">
              <a:schemeClr val="tx1"/>
            </a:fontRef>
          </p:style>
        </p:cxnSp>
        <p:cxnSp>
          <p:nvCxnSpPr>
            <p:cNvPr id="248" name="Connettore 1 247"/>
            <p:cNvCxnSpPr/>
            <p:nvPr userDrawn="1"/>
          </p:nvCxnSpPr>
          <p:spPr>
            <a:xfrm>
              <a:off x="18338045" y="275867"/>
              <a:ext cx="0" cy="567843"/>
            </a:xfrm>
            <a:prstGeom prst="line">
              <a:avLst/>
            </a:prstGeom>
            <a:ln w="12700">
              <a:solidFill>
                <a:schemeClr val="bg1"/>
              </a:solidFill>
            </a:ln>
            <a:effectLst/>
          </p:spPr>
          <p:style>
            <a:lnRef idx="2">
              <a:schemeClr val="accent1"/>
            </a:lnRef>
            <a:fillRef idx="0">
              <a:schemeClr val="accent1"/>
            </a:fillRef>
            <a:effectRef idx="1">
              <a:schemeClr val="accent1"/>
            </a:effectRef>
            <a:fontRef idx="minor">
              <a:schemeClr val="tx1"/>
            </a:fontRef>
          </p:style>
        </p:cxnSp>
        <p:cxnSp>
          <p:nvCxnSpPr>
            <p:cNvPr id="249" name="Connettore 1 248"/>
            <p:cNvCxnSpPr/>
            <p:nvPr userDrawn="1"/>
          </p:nvCxnSpPr>
          <p:spPr>
            <a:xfrm>
              <a:off x="18486912" y="275867"/>
              <a:ext cx="0" cy="567843"/>
            </a:xfrm>
            <a:prstGeom prst="line">
              <a:avLst/>
            </a:prstGeom>
            <a:ln w="12700">
              <a:solidFill>
                <a:schemeClr val="bg1"/>
              </a:solidFill>
            </a:ln>
            <a:effectLst/>
          </p:spPr>
          <p:style>
            <a:lnRef idx="2">
              <a:schemeClr val="accent1"/>
            </a:lnRef>
            <a:fillRef idx="0">
              <a:schemeClr val="accent1"/>
            </a:fillRef>
            <a:effectRef idx="1">
              <a:schemeClr val="accent1"/>
            </a:effectRef>
            <a:fontRef idx="minor">
              <a:schemeClr val="tx1"/>
            </a:fontRef>
          </p:style>
        </p:cxnSp>
        <p:cxnSp>
          <p:nvCxnSpPr>
            <p:cNvPr id="250" name="Connettore 1 249"/>
            <p:cNvCxnSpPr/>
            <p:nvPr userDrawn="1"/>
          </p:nvCxnSpPr>
          <p:spPr>
            <a:xfrm>
              <a:off x="18635779" y="275867"/>
              <a:ext cx="0" cy="567843"/>
            </a:xfrm>
            <a:prstGeom prst="line">
              <a:avLst/>
            </a:prstGeom>
            <a:ln w="12700">
              <a:solidFill>
                <a:schemeClr val="bg1"/>
              </a:solidFill>
            </a:ln>
            <a:effectLst/>
          </p:spPr>
          <p:style>
            <a:lnRef idx="2">
              <a:schemeClr val="accent1"/>
            </a:lnRef>
            <a:fillRef idx="0">
              <a:schemeClr val="accent1"/>
            </a:fillRef>
            <a:effectRef idx="1">
              <a:schemeClr val="accent1"/>
            </a:effectRef>
            <a:fontRef idx="minor">
              <a:schemeClr val="tx1"/>
            </a:fontRef>
          </p:style>
        </p:cxnSp>
        <p:cxnSp>
          <p:nvCxnSpPr>
            <p:cNvPr id="251" name="Connettore 1 250"/>
            <p:cNvCxnSpPr/>
            <p:nvPr userDrawn="1"/>
          </p:nvCxnSpPr>
          <p:spPr>
            <a:xfrm>
              <a:off x="18784646" y="275867"/>
              <a:ext cx="0" cy="567843"/>
            </a:xfrm>
            <a:prstGeom prst="line">
              <a:avLst/>
            </a:prstGeom>
            <a:ln w="12700">
              <a:solidFill>
                <a:schemeClr val="bg1"/>
              </a:solidFill>
            </a:ln>
            <a:effectLst/>
          </p:spPr>
          <p:style>
            <a:lnRef idx="2">
              <a:schemeClr val="accent1"/>
            </a:lnRef>
            <a:fillRef idx="0">
              <a:schemeClr val="accent1"/>
            </a:fillRef>
            <a:effectRef idx="1">
              <a:schemeClr val="accent1"/>
            </a:effectRef>
            <a:fontRef idx="minor">
              <a:schemeClr val="tx1"/>
            </a:fontRef>
          </p:style>
        </p:cxnSp>
        <p:cxnSp>
          <p:nvCxnSpPr>
            <p:cNvPr id="252" name="Connettore 1 251"/>
            <p:cNvCxnSpPr/>
            <p:nvPr userDrawn="1"/>
          </p:nvCxnSpPr>
          <p:spPr>
            <a:xfrm>
              <a:off x="18933462" y="275867"/>
              <a:ext cx="0" cy="567843"/>
            </a:xfrm>
            <a:prstGeom prst="line">
              <a:avLst/>
            </a:prstGeom>
            <a:ln w="12700">
              <a:solidFill>
                <a:schemeClr val="bg1"/>
              </a:solidFill>
            </a:ln>
            <a:effectLst/>
          </p:spPr>
          <p:style>
            <a:lnRef idx="2">
              <a:schemeClr val="accent1"/>
            </a:lnRef>
            <a:fillRef idx="0">
              <a:schemeClr val="accent1"/>
            </a:fillRef>
            <a:effectRef idx="1">
              <a:schemeClr val="accent1"/>
            </a:effectRef>
            <a:fontRef idx="minor">
              <a:schemeClr val="tx1"/>
            </a:fontRef>
          </p:style>
        </p:cxnSp>
      </p:grpSp>
      <p:pic>
        <p:nvPicPr>
          <p:cNvPr id="254" name="Picture 2" descr="Y:\IMMAGINE _COORDINATA_2014\PPT\modello1\loghi_PNG\03_Polimi_logotipo_bandiera-1riga.png"/>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6094898" y="6346378"/>
            <a:ext cx="2780124" cy="28938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25888687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Intestazione sezione">
    <p:spTree>
      <p:nvGrpSpPr>
        <p:cNvPr id="1" name=""/>
        <p:cNvGrpSpPr/>
        <p:nvPr/>
      </p:nvGrpSpPr>
      <p:grpSpPr>
        <a:xfrm>
          <a:off x="0" y="0"/>
          <a:ext cx="0" cy="0"/>
          <a:chOff x="0" y="0"/>
          <a:chExt cx="0" cy="0"/>
        </a:xfrm>
      </p:grpSpPr>
      <p:sp>
        <p:nvSpPr>
          <p:cNvPr id="2" name="Titolo 1"/>
          <p:cNvSpPr>
            <a:spLocks noGrp="1"/>
          </p:cNvSpPr>
          <p:nvPr>
            <p:ph type="title"/>
          </p:nvPr>
        </p:nvSpPr>
        <p:spPr>
          <a:xfrm>
            <a:off x="722313" y="4406900"/>
            <a:ext cx="7772400" cy="1362075"/>
          </a:xfrm>
        </p:spPr>
        <p:txBody>
          <a:bodyPr anchor="t"/>
          <a:lstStyle>
            <a:lvl1pPr algn="l">
              <a:defRPr sz="4000" b="1" cap="all"/>
            </a:lvl1pPr>
          </a:lstStyle>
          <a:p>
            <a:r>
              <a:rPr lang="it-IT"/>
              <a:t>Fare clic per modificare lo stile del titolo</a:t>
            </a:r>
          </a:p>
        </p:txBody>
      </p:sp>
      <p:sp>
        <p:nvSpPr>
          <p:cNvPr id="3" name="Segnaposto testo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it-IT"/>
              <a:t>Fare clic per modificare stili del testo dello schema</a:t>
            </a:r>
          </a:p>
        </p:txBody>
      </p:sp>
      <p:sp>
        <p:nvSpPr>
          <p:cNvPr id="4" name="Segnaposto data 3"/>
          <p:cNvSpPr>
            <a:spLocks noGrp="1"/>
          </p:cNvSpPr>
          <p:nvPr>
            <p:ph type="dt" sz="half" idx="10"/>
          </p:nvPr>
        </p:nvSpPr>
        <p:spPr>
          <a:xfrm>
            <a:off x="457200" y="6356350"/>
            <a:ext cx="2133600" cy="365125"/>
          </a:xfrm>
          <a:prstGeom prst="rect">
            <a:avLst/>
          </a:prstGeom>
        </p:spPr>
        <p:txBody>
          <a:bodyPr/>
          <a:lstStyle/>
          <a:p>
            <a:fld id="{B96E2279-029F-964F-A5B1-8676BDA67CCA}" type="datetimeFigureOut">
              <a:rPr lang="it-IT" smtClean="0"/>
              <a:t>15/11/2024</a:t>
            </a:fld>
            <a:endParaRPr lang="it-IT"/>
          </a:p>
        </p:txBody>
      </p:sp>
      <p:sp>
        <p:nvSpPr>
          <p:cNvPr id="5" name="Segnaposto piè di pagina 4"/>
          <p:cNvSpPr>
            <a:spLocks noGrp="1"/>
          </p:cNvSpPr>
          <p:nvPr>
            <p:ph type="ftr" sz="quarter" idx="11"/>
          </p:nvPr>
        </p:nvSpPr>
        <p:spPr>
          <a:xfrm>
            <a:off x="3124200" y="6356350"/>
            <a:ext cx="2895600" cy="365125"/>
          </a:xfrm>
          <a:prstGeom prst="rect">
            <a:avLst/>
          </a:prstGeom>
        </p:spPr>
        <p:txBody>
          <a:bodyPr/>
          <a:lstStyle/>
          <a:p>
            <a:endParaRPr lang="it-IT"/>
          </a:p>
        </p:txBody>
      </p:sp>
      <p:sp>
        <p:nvSpPr>
          <p:cNvPr id="6" name="Segnaposto numero diapositiva 5"/>
          <p:cNvSpPr>
            <a:spLocks noGrp="1"/>
          </p:cNvSpPr>
          <p:nvPr>
            <p:ph type="sldNum" sz="quarter" idx="12"/>
          </p:nvPr>
        </p:nvSpPr>
        <p:spPr>
          <a:xfrm>
            <a:off x="6553200" y="6356350"/>
            <a:ext cx="2133600" cy="365125"/>
          </a:xfrm>
          <a:prstGeom prst="rect">
            <a:avLst/>
          </a:prstGeom>
        </p:spPr>
        <p:txBody>
          <a:bodyPr/>
          <a:lstStyle/>
          <a:p>
            <a:fld id="{7834947A-1B05-2B43-AD85-E646CE852B9E}" type="slidenum">
              <a:rPr lang="it-IT" smtClean="0"/>
              <a:t>‹#›</a:t>
            </a:fld>
            <a:endParaRPr lang="it-IT"/>
          </a:p>
        </p:txBody>
      </p:sp>
    </p:spTree>
    <p:extLst>
      <p:ext uri="{BB962C8B-B14F-4D97-AF65-F5344CB8AC3E}">
        <p14:creationId xmlns:p14="http://schemas.microsoft.com/office/powerpoint/2010/main" val="196192215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Contenuto 2">
    <p:spTree>
      <p:nvGrpSpPr>
        <p:cNvPr id="1" name=""/>
        <p:cNvGrpSpPr/>
        <p:nvPr/>
      </p:nvGrpSpPr>
      <p:grpSpPr>
        <a:xfrm>
          <a:off x="0" y="0"/>
          <a:ext cx="0" cy="0"/>
          <a:chOff x="0" y="0"/>
          <a:chExt cx="0" cy="0"/>
        </a:xfrm>
      </p:grpSpPr>
      <p:sp>
        <p:nvSpPr>
          <p:cNvPr id="2" name="Titolo 1"/>
          <p:cNvSpPr>
            <a:spLocks noGrp="1"/>
          </p:cNvSpPr>
          <p:nvPr>
            <p:ph type="title"/>
          </p:nvPr>
        </p:nvSpPr>
        <p:spPr/>
        <p:txBody>
          <a:bodyPr/>
          <a:lstStyle/>
          <a:p>
            <a:r>
              <a:rPr lang="it-IT"/>
              <a:t>Fare clic per modificare lo stile del titolo</a:t>
            </a:r>
          </a:p>
        </p:txBody>
      </p:sp>
      <p:sp>
        <p:nvSpPr>
          <p:cNvPr id="3" name="Segnaposto contenuto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it-IT"/>
              <a:t>Fare clic per modificare stili del testo dello schema</a:t>
            </a:r>
          </a:p>
          <a:p>
            <a:pPr lvl="1"/>
            <a:r>
              <a:rPr lang="it-IT"/>
              <a:t>Secondo livello</a:t>
            </a:r>
          </a:p>
          <a:p>
            <a:pPr lvl="2"/>
            <a:r>
              <a:rPr lang="it-IT"/>
              <a:t>Terzo livello</a:t>
            </a:r>
          </a:p>
          <a:p>
            <a:pPr lvl="3"/>
            <a:r>
              <a:rPr lang="it-IT"/>
              <a:t>Quarto livello</a:t>
            </a:r>
          </a:p>
          <a:p>
            <a:pPr lvl="4"/>
            <a:r>
              <a:rPr lang="it-IT"/>
              <a:t>Quinto livello</a:t>
            </a:r>
          </a:p>
        </p:txBody>
      </p:sp>
      <p:sp>
        <p:nvSpPr>
          <p:cNvPr id="4" name="Segnaposto contenuto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it-IT"/>
              <a:t>Fare clic per modificare stili del testo dello schema</a:t>
            </a:r>
          </a:p>
          <a:p>
            <a:pPr lvl="1"/>
            <a:r>
              <a:rPr lang="it-IT"/>
              <a:t>Secondo livello</a:t>
            </a:r>
          </a:p>
          <a:p>
            <a:pPr lvl="2"/>
            <a:r>
              <a:rPr lang="it-IT"/>
              <a:t>Terzo livello</a:t>
            </a:r>
          </a:p>
          <a:p>
            <a:pPr lvl="3"/>
            <a:r>
              <a:rPr lang="it-IT"/>
              <a:t>Quarto livello</a:t>
            </a:r>
          </a:p>
          <a:p>
            <a:pPr lvl="4"/>
            <a:r>
              <a:rPr lang="it-IT"/>
              <a:t>Quinto livello</a:t>
            </a:r>
          </a:p>
        </p:txBody>
      </p:sp>
      <p:sp>
        <p:nvSpPr>
          <p:cNvPr id="5" name="Segnaposto data 4"/>
          <p:cNvSpPr>
            <a:spLocks noGrp="1"/>
          </p:cNvSpPr>
          <p:nvPr>
            <p:ph type="dt" sz="half" idx="10"/>
          </p:nvPr>
        </p:nvSpPr>
        <p:spPr>
          <a:xfrm>
            <a:off x="457200" y="6356350"/>
            <a:ext cx="2133600" cy="365125"/>
          </a:xfrm>
          <a:prstGeom prst="rect">
            <a:avLst/>
          </a:prstGeom>
        </p:spPr>
        <p:txBody>
          <a:bodyPr/>
          <a:lstStyle/>
          <a:p>
            <a:fld id="{B96E2279-029F-964F-A5B1-8676BDA67CCA}" type="datetimeFigureOut">
              <a:rPr lang="it-IT" smtClean="0"/>
              <a:t>15/11/2024</a:t>
            </a:fld>
            <a:endParaRPr lang="it-IT"/>
          </a:p>
        </p:txBody>
      </p:sp>
      <p:sp>
        <p:nvSpPr>
          <p:cNvPr id="6" name="Segnaposto piè di pagina 5"/>
          <p:cNvSpPr>
            <a:spLocks noGrp="1"/>
          </p:cNvSpPr>
          <p:nvPr>
            <p:ph type="ftr" sz="quarter" idx="11"/>
          </p:nvPr>
        </p:nvSpPr>
        <p:spPr>
          <a:xfrm>
            <a:off x="3124200" y="6356350"/>
            <a:ext cx="2895600" cy="365125"/>
          </a:xfrm>
          <a:prstGeom prst="rect">
            <a:avLst/>
          </a:prstGeom>
        </p:spPr>
        <p:txBody>
          <a:bodyPr/>
          <a:lstStyle/>
          <a:p>
            <a:endParaRPr lang="it-IT"/>
          </a:p>
        </p:txBody>
      </p:sp>
      <p:sp>
        <p:nvSpPr>
          <p:cNvPr id="7" name="Segnaposto numero diapositiva 6"/>
          <p:cNvSpPr>
            <a:spLocks noGrp="1"/>
          </p:cNvSpPr>
          <p:nvPr>
            <p:ph type="sldNum" sz="quarter" idx="12"/>
          </p:nvPr>
        </p:nvSpPr>
        <p:spPr>
          <a:xfrm>
            <a:off x="6553200" y="6356350"/>
            <a:ext cx="2133600" cy="365125"/>
          </a:xfrm>
          <a:prstGeom prst="rect">
            <a:avLst/>
          </a:prstGeom>
        </p:spPr>
        <p:txBody>
          <a:bodyPr/>
          <a:lstStyle/>
          <a:p>
            <a:fld id="{7834947A-1B05-2B43-AD85-E646CE852B9E}" type="slidenum">
              <a:rPr lang="it-IT" smtClean="0"/>
              <a:t>‹#›</a:t>
            </a:fld>
            <a:endParaRPr lang="it-IT"/>
          </a:p>
        </p:txBody>
      </p:sp>
    </p:spTree>
    <p:extLst>
      <p:ext uri="{BB962C8B-B14F-4D97-AF65-F5344CB8AC3E}">
        <p14:creationId xmlns:p14="http://schemas.microsoft.com/office/powerpoint/2010/main" val="230600608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nfronto">
    <p:spTree>
      <p:nvGrpSpPr>
        <p:cNvPr id="1" name=""/>
        <p:cNvGrpSpPr/>
        <p:nvPr/>
      </p:nvGrpSpPr>
      <p:grpSpPr>
        <a:xfrm>
          <a:off x="0" y="0"/>
          <a:ext cx="0" cy="0"/>
          <a:chOff x="0" y="0"/>
          <a:chExt cx="0" cy="0"/>
        </a:xfrm>
      </p:grpSpPr>
      <p:sp>
        <p:nvSpPr>
          <p:cNvPr id="2" name="Titolo 1"/>
          <p:cNvSpPr>
            <a:spLocks noGrp="1"/>
          </p:cNvSpPr>
          <p:nvPr>
            <p:ph type="title"/>
          </p:nvPr>
        </p:nvSpPr>
        <p:spPr/>
        <p:txBody>
          <a:bodyPr/>
          <a:lstStyle>
            <a:lvl1pPr>
              <a:defRPr/>
            </a:lvl1pPr>
          </a:lstStyle>
          <a:p>
            <a:r>
              <a:rPr lang="it-IT"/>
              <a:t>Fare clic per modificare lo stile del titolo</a:t>
            </a:r>
          </a:p>
        </p:txBody>
      </p:sp>
      <p:sp>
        <p:nvSpPr>
          <p:cNvPr id="3" name="Segnaposto testo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it-IT"/>
              <a:t>Fare clic per modificare stili del testo dello schema</a:t>
            </a:r>
          </a:p>
        </p:txBody>
      </p:sp>
      <p:sp>
        <p:nvSpPr>
          <p:cNvPr id="4" name="Segnaposto contenuto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it-IT"/>
              <a:t>Fare clic per modificare stili del testo dello schema</a:t>
            </a:r>
          </a:p>
          <a:p>
            <a:pPr lvl="1"/>
            <a:r>
              <a:rPr lang="it-IT"/>
              <a:t>Secondo livello</a:t>
            </a:r>
          </a:p>
          <a:p>
            <a:pPr lvl="2"/>
            <a:r>
              <a:rPr lang="it-IT"/>
              <a:t>Terzo livello</a:t>
            </a:r>
          </a:p>
          <a:p>
            <a:pPr lvl="3"/>
            <a:r>
              <a:rPr lang="it-IT"/>
              <a:t>Quarto livello</a:t>
            </a:r>
          </a:p>
          <a:p>
            <a:pPr lvl="4"/>
            <a:r>
              <a:rPr lang="it-IT"/>
              <a:t>Quinto livello</a:t>
            </a:r>
          </a:p>
        </p:txBody>
      </p:sp>
      <p:sp>
        <p:nvSpPr>
          <p:cNvPr id="5" name="Segnaposto testo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it-IT"/>
              <a:t>Fare clic per modificare stili del testo dello schema</a:t>
            </a:r>
          </a:p>
        </p:txBody>
      </p:sp>
      <p:sp>
        <p:nvSpPr>
          <p:cNvPr id="6" name="Segnaposto contenuto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it-IT"/>
              <a:t>Fare clic per modificare stili del testo dello schema</a:t>
            </a:r>
          </a:p>
          <a:p>
            <a:pPr lvl="1"/>
            <a:r>
              <a:rPr lang="it-IT"/>
              <a:t>Secondo livello</a:t>
            </a:r>
          </a:p>
          <a:p>
            <a:pPr lvl="2"/>
            <a:r>
              <a:rPr lang="it-IT"/>
              <a:t>Terzo livello</a:t>
            </a:r>
          </a:p>
          <a:p>
            <a:pPr lvl="3"/>
            <a:r>
              <a:rPr lang="it-IT"/>
              <a:t>Quarto livello</a:t>
            </a:r>
          </a:p>
          <a:p>
            <a:pPr lvl="4"/>
            <a:r>
              <a:rPr lang="it-IT"/>
              <a:t>Quinto livello</a:t>
            </a:r>
          </a:p>
        </p:txBody>
      </p:sp>
      <p:sp>
        <p:nvSpPr>
          <p:cNvPr id="7" name="Segnaposto data 6"/>
          <p:cNvSpPr>
            <a:spLocks noGrp="1"/>
          </p:cNvSpPr>
          <p:nvPr>
            <p:ph type="dt" sz="half" idx="10"/>
          </p:nvPr>
        </p:nvSpPr>
        <p:spPr>
          <a:xfrm>
            <a:off x="457200" y="6356350"/>
            <a:ext cx="2133600" cy="365125"/>
          </a:xfrm>
          <a:prstGeom prst="rect">
            <a:avLst/>
          </a:prstGeom>
        </p:spPr>
        <p:txBody>
          <a:bodyPr/>
          <a:lstStyle/>
          <a:p>
            <a:fld id="{B96E2279-029F-964F-A5B1-8676BDA67CCA}" type="datetimeFigureOut">
              <a:rPr lang="it-IT" smtClean="0"/>
              <a:t>15/11/2024</a:t>
            </a:fld>
            <a:endParaRPr lang="it-IT"/>
          </a:p>
        </p:txBody>
      </p:sp>
      <p:sp>
        <p:nvSpPr>
          <p:cNvPr id="8" name="Segnaposto piè di pagina 7"/>
          <p:cNvSpPr>
            <a:spLocks noGrp="1"/>
          </p:cNvSpPr>
          <p:nvPr>
            <p:ph type="ftr" sz="quarter" idx="11"/>
          </p:nvPr>
        </p:nvSpPr>
        <p:spPr>
          <a:xfrm>
            <a:off x="3124200" y="6356350"/>
            <a:ext cx="2895600" cy="365125"/>
          </a:xfrm>
          <a:prstGeom prst="rect">
            <a:avLst/>
          </a:prstGeom>
        </p:spPr>
        <p:txBody>
          <a:bodyPr/>
          <a:lstStyle/>
          <a:p>
            <a:endParaRPr lang="it-IT"/>
          </a:p>
        </p:txBody>
      </p:sp>
      <p:sp>
        <p:nvSpPr>
          <p:cNvPr id="9" name="Segnaposto numero diapositiva 8"/>
          <p:cNvSpPr>
            <a:spLocks noGrp="1"/>
          </p:cNvSpPr>
          <p:nvPr>
            <p:ph type="sldNum" sz="quarter" idx="12"/>
          </p:nvPr>
        </p:nvSpPr>
        <p:spPr>
          <a:xfrm>
            <a:off x="6553200" y="6356350"/>
            <a:ext cx="2133600" cy="365125"/>
          </a:xfrm>
          <a:prstGeom prst="rect">
            <a:avLst/>
          </a:prstGeom>
        </p:spPr>
        <p:txBody>
          <a:bodyPr/>
          <a:lstStyle/>
          <a:p>
            <a:fld id="{7834947A-1B05-2B43-AD85-E646CE852B9E}" type="slidenum">
              <a:rPr lang="it-IT" smtClean="0"/>
              <a:t>‹#›</a:t>
            </a:fld>
            <a:endParaRPr lang="it-IT"/>
          </a:p>
        </p:txBody>
      </p:sp>
    </p:spTree>
    <p:extLst>
      <p:ext uri="{BB962C8B-B14F-4D97-AF65-F5344CB8AC3E}">
        <p14:creationId xmlns:p14="http://schemas.microsoft.com/office/powerpoint/2010/main" val="84095329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olo titolo">
    <p:spTree>
      <p:nvGrpSpPr>
        <p:cNvPr id="1" name=""/>
        <p:cNvGrpSpPr/>
        <p:nvPr/>
      </p:nvGrpSpPr>
      <p:grpSpPr>
        <a:xfrm>
          <a:off x="0" y="0"/>
          <a:ext cx="0" cy="0"/>
          <a:chOff x="0" y="0"/>
          <a:chExt cx="0" cy="0"/>
        </a:xfrm>
      </p:grpSpPr>
      <p:sp>
        <p:nvSpPr>
          <p:cNvPr id="2" name="Titolo 1"/>
          <p:cNvSpPr>
            <a:spLocks noGrp="1"/>
          </p:cNvSpPr>
          <p:nvPr>
            <p:ph type="title"/>
          </p:nvPr>
        </p:nvSpPr>
        <p:spPr/>
        <p:txBody>
          <a:bodyPr/>
          <a:lstStyle/>
          <a:p>
            <a:r>
              <a:rPr lang="it-IT"/>
              <a:t>Fare clic per modificare lo stile del titolo</a:t>
            </a:r>
          </a:p>
        </p:txBody>
      </p:sp>
      <p:sp>
        <p:nvSpPr>
          <p:cNvPr id="3" name="Segnaposto data 2"/>
          <p:cNvSpPr>
            <a:spLocks noGrp="1"/>
          </p:cNvSpPr>
          <p:nvPr>
            <p:ph type="dt" sz="half" idx="10"/>
          </p:nvPr>
        </p:nvSpPr>
        <p:spPr>
          <a:xfrm>
            <a:off x="457200" y="6356350"/>
            <a:ext cx="2133600" cy="365125"/>
          </a:xfrm>
          <a:prstGeom prst="rect">
            <a:avLst/>
          </a:prstGeom>
        </p:spPr>
        <p:txBody>
          <a:bodyPr/>
          <a:lstStyle/>
          <a:p>
            <a:fld id="{B96E2279-029F-964F-A5B1-8676BDA67CCA}" type="datetimeFigureOut">
              <a:rPr lang="it-IT" smtClean="0"/>
              <a:t>15/11/2024</a:t>
            </a:fld>
            <a:endParaRPr lang="it-IT"/>
          </a:p>
        </p:txBody>
      </p:sp>
      <p:sp>
        <p:nvSpPr>
          <p:cNvPr id="4" name="Segnaposto piè di pagina 3"/>
          <p:cNvSpPr>
            <a:spLocks noGrp="1"/>
          </p:cNvSpPr>
          <p:nvPr>
            <p:ph type="ftr" sz="quarter" idx="11"/>
          </p:nvPr>
        </p:nvSpPr>
        <p:spPr>
          <a:xfrm>
            <a:off x="3124200" y="6356350"/>
            <a:ext cx="2895600" cy="365125"/>
          </a:xfrm>
          <a:prstGeom prst="rect">
            <a:avLst/>
          </a:prstGeom>
        </p:spPr>
        <p:txBody>
          <a:bodyPr/>
          <a:lstStyle/>
          <a:p>
            <a:endParaRPr lang="it-IT"/>
          </a:p>
        </p:txBody>
      </p:sp>
      <p:sp>
        <p:nvSpPr>
          <p:cNvPr id="5" name="Segnaposto numero diapositiva 4"/>
          <p:cNvSpPr>
            <a:spLocks noGrp="1"/>
          </p:cNvSpPr>
          <p:nvPr>
            <p:ph type="sldNum" sz="quarter" idx="12"/>
          </p:nvPr>
        </p:nvSpPr>
        <p:spPr>
          <a:xfrm>
            <a:off x="6553200" y="6356350"/>
            <a:ext cx="2133600" cy="365125"/>
          </a:xfrm>
          <a:prstGeom prst="rect">
            <a:avLst/>
          </a:prstGeom>
        </p:spPr>
        <p:txBody>
          <a:bodyPr/>
          <a:lstStyle/>
          <a:p>
            <a:fld id="{7834947A-1B05-2B43-AD85-E646CE852B9E}" type="slidenum">
              <a:rPr lang="it-IT" smtClean="0"/>
              <a:t>‹#›</a:t>
            </a:fld>
            <a:endParaRPr lang="it-IT"/>
          </a:p>
        </p:txBody>
      </p:sp>
    </p:spTree>
    <p:extLst>
      <p:ext uri="{BB962C8B-B14F-4D97-AF65-F5344CB8AC3E}">
        <p14:creationId xmlns:p14="http://schemas.microsoft.com/office/powerpoint/2010/main" val="347844212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Vuoto">
    <p:spTree>
      <p:nvGrpSpPr>
        <p:cNvPr id="1" name=""/>
        <p:cNvGrpSpPr/>
        <p:nvPr/>
      </p:nvGrpSpPr>
      <p:grpSpPr>
        <a:xfrm>
          <a:off x="0" y="0"/>
          <a:ext cx="0" cy="0"/>
          <a:chOff x="0" y="0"/>
          <a:chExt cx="0" cy="0"/>
        </a:xfrm>
      </p:grpSpPr>
      <p:sp>
        <p:nvSpPr>
          <p:cNvPr id="2" name="Segnaposto data 1"/>
          <p:cNvSpPr>
            <a:spLocks noGrp="1"/>
          </p:cNvSpPr>
          <p:nvPr>
            <p:ph type="dt" sz="half" idx="10"/>
          </p:nvPr>
        </p:nvSpPr>
        <p:spPr>
          <a:xfrm>
            <a:off x="457200" y="6356350"/>
            <a:ext cx="2133600" cy="365125"/>
          </a:xfrm>
          <a:prstGeom prst="rect">
            <a:avLst/>
          </a:prstGeom>
        </p:spPr>
        <p:txBody>
          <a:bodyPr/>
          <a:lstStyle/>
          <a:p>
            <a:fld id="{B96E2279-029F-964F-A5B1-8676BDA67CCA}" type="datetimeFigureOut">
              <a:rPr lang="it-IT" smtClean="0"/>
              <a:t>15/11/2024</a:t>
            </a:fld>
            <a:endParaRPr lang="it-IT"/>
          </a:p>
        </p:txBody>
      </p:sp>
      <p:sp>
        <p:nvSpPr>
          <p:cNvPr id="3" name="Segnaposto piè di pagina 2"/>
          <p:cNvSpPr>
            <a:spLocks noGrp="1"/>
          </p:cNvSpPr>
          <p:nvPr>
            <p:ph type="ftr" sz="quarter" idx="11"/>
          </p:nvPr>
        </p:nvSpPr>
        <p:spPr>
          <a:xfrm>
            <a:off x="3124200" y="6356350"/>
            <a:ext cx="2895600" cy="365125"/>
          </a:xfrm>
          <a:prstGeom prst="rect">
            <a:avLst/>
          </a:prstGeom>
        </p:spPr>
        <p:txBody>
          <a:bodyPr/>
          <a:lstStyle/>
          <a:p>
            <a:endParaRPr lang="it-IT"/>
          </a:p>
        </p:txBody>
      </p:sp>
      <p:sp>
        <p:nvSpPr>
          <p:cNvPr id="4" name="Segnaposto numero diapositiva 3"/>
          <p:cNvSpPr>
            <a:spLocks noGrp="1"/>
          </p:cNvSpPr>
          <p:nvPr>
            <p:ph type="sldNum" sz="quarter" idx="12"/>
          </p:nvPr>
        </p:nvSpPr>
        <p:spPr>
          <a:xfrm>
            <a:off x="6553200" y="6356350"/>
            <a:ext cx="2133600" cy="365125"/>
          </a:xfrm>
          <a:prstGeom prst="rect">
            <a:avLst/>
          </a:prstGeom>
        </p:spPr>
        <p:txBody>
          <a:bodyPr/>
          <a:lstStyle/>
          <a:p>
            <a:fld id="{7834947A-1B05-2B43-AD85-E646CE852B9E}" type="slidenum">
              <a:rPr lang="it-IT" smtClean="0"/>
              <a:t>‹#›</a:t>
            </a:fld>
            <a:endParaRPr lang="it-IT"/>
          </a:p>
        </p:txBody>
      </p:sp>
    </p:spTree>
    <p:extLst>
      <p:ext uri="{BB962C8B-B14F-4D97-AF65-F5344CB8AC3E}">
        <p14:creationId xmlns:p14="http://schemas.microsoft.com/office/powerpoint/2010/main" val="192597777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uto con didascalia">
    <p:spTree>
      <p:nvGrpSpPr>
        <p:cNvPr id="1" name=""/>
        <p:cNvGrpSpPr/>
        <p:nvPr/>
      </p:nvGrpSpPr>
      <p:grpSpPr>
        <a:xfrm>
          <a:off x="0" y="0"/>
          <a:ext cx="0" cy="0"/>
          <a:chOff x="0" y="0"/>
          <a:chExt cx="0" cy="0"/>
        </a:xfrm>
      </p:grpSpPr>
      <p:sp>
        <p:nvSpPr>
          <p:cNvPr id="2" name="Titolo 1"/>
          <p:cNvSpPr>
            <a:spLocks noGrp="1"/>
          </p:cNvSpPr>
          <p:nvPr>
            <p:ph type="title"/>
          </p:nvPr>
        </p:nvSpPr>
        <p:spPr>
          <a:xfrm>
            <a:off x="457200" y="273050"/>
            <a:ext cx="3008313" cy="1162050"/>
          </a:xfrm>
        </p:spPr>
        <p:txBody>
          <a:bodyPr anchor="b"/>
          <a:lstStyle>
            <a:lvl1pPr algn="l">
              <a:defRPr sz="2000" b="1"/>
            </a:lvl1pPr>
          </a:lstStyle>
          <a:p>
            <a:r>
              <a:rPr lang="it-IT"/>
              <a:t>Fare clic per modificare lo stile del titolo</a:t>
            </a:r>
          </a:p>
        </p:txBody>
      </p:sp>
      <p:sp>
        <p:nvSpPr>
          <p:cNvPr id="3" name="Segnaposto contenuto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it-IT"/>
              <a:t>Fare clic per modificare stili del testo dello schema</a:t>
            </a:r>
          </a:p>
          <a:p>
            <a:pPr lvl="1"/>
            <a:r>
              <a:rPr lang="it-IT"/>
              <a:t>Secondo livello</a:t>
            </a:r>
          </a:p>
          <a:p>
            <a:pPr lvl="2"/>
            <a:r>
              <a:rPr lang="it-IT"/>
              <a:t>Terzo livello</a:t>
            </a:r>
          </a:p>
          <a:p>
            <a:pPr lvl="3"/>
            <a:r>
              <a:rPr lang="it-IT"/>
              <a:t>Quarto livello</a:t>
            </a:r>
          </a:p>
          <a:p>
            <a:pPr lvl="4"/>
            <a:r>
              <a:rPr lang="it-IT"/>
              <a:t>Quinto livello</a:t>
            </a:r>
          </a:p>
        </p:txBody>
      </p:sp>
      <p:sp>
        <p:nvSpPr>
          <p:cNvPr id="4" name="Segnaposto testo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it-IT"/>
              <a:t>Fare clic per modificare stili del testo dello schema</a:t>
            </a:r>
          </a:p>
        </p:txBody>
      </p:sp>
      <p:sp>
        <p:nvSpPr>
          <p:cNvPr id="5" name="Segnaposto data 4"/>
          <p:cNvSpPr>
            <a:spLocks noGrp="1"/>
          </p:cNvSpPr>
          <p:nvPr>
            <p:ph type="dt" sz="half" idx="10"/>
          </p:nvPr>
        </p:nvSpPr>
        <p:spPr>
          <a:xfrm>
            <a:off x="457200" y="6356350"/>
            <a:ext cx="2133600" cy="365125"/>
          </a:xfrm>
          <a:prstGeom prst="rect">
            <a:avLst/>
          </a:prstGeom>
        </p:spPr>
        <p:txBody>
          <a:bodyPr/>
          <a:lstStyle/>
          <a:p>
            <a:fld id="{B96E2279-029F-964F-A5B1-8676BDA67CCA}" type="datetimeFigureOut">
              <a:rPr lang="it-IT" smtClean="0"/>
              <a:t>15/11/2024</a:t>
            </a:fld>
            <a:endParaRPr lang="it-IT"/>
          </a:p>
        </p:txBody>
      </p:sp>
      <p:sp>
        <p:nvSpPr>
          <p:cNvPr id="6" name="Segnaposto piè di pagina 5"/>
          <p:cNvSpPr>
            <a:spLocks noGrp="1"/>
          </p:cNvSpPr>
          <p:nvPr>
            <p:ph type="ftr" sz="quarter" idx="11"/>
          </p:nvPr>
        </p:nvSpPr>
        <p:spPr>
          <a:xfrm>
            <a:off x="3124200" y="6356350"/>
            <a:ext cx="2895600" cy="365125"/>
          </a:xfrm>
          <a:prstGeom prst="rect">
            <a:avLst/>
          </a:prstGeom>
        </p:spPr>
        <p:txBody>
          <a:bodyPr/>
          <a:lstStyle/>
          <a:p>
            <a:endParaRPr lang="it-IT"/>
          </a:p>
        </p:txBody>
      </p:sp>
      <p:sp>
        <p:nvSpPr>
          <p:cNvPr id="7" name="Segnaposto numero diapositiva 6"/>
          <p:cNvSpPr>
            <a:spLocks noGrp="1"/>
          </p:cNvSpPr>
          <p:nvPr>
            <p:ph type="sldNum" sz="quarter" idx="12"/>
          </p:nvPr>
        </p:nvSpPr>
        <p:spPr>
          <a:xfrm>
            <a:off x="6553200" y="6356350"/>
            <a:ext cx="2133600" cy="365125"/>
          </a:xfrm>
          <a:prstGeom prst="rect">
            <a:avLst/>
          </a:prstGeom>
        </p:spPr>
        <p:txBody>
          <a:bodyPr/>
          <a:lstStyle/>
          <a:p>
            <a:fld id="{7834947A-1B05-2B43-AD85-E646CE852B9E}" type="slidenum">
              <a:rPr lang="it-IT" smtClean="0"/>
              <a:t>‹#›</a:t>
            </a:fld>
            <a:endParaRPr lang="it-IT"/>
          </a:p>
        </p:txBody>
      </p:sp>
    </p:spTree>
    <p:extLst>
      <p:ext uri="{BB962C8B-B14F-4D97-AF65-F5344CB8AC3E}">
        <p14:creationId xmlns:p14="http://schemas.microsoft.com/office/powerpoint/2010/main" val="386758578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magine con didascalia">
    <p:spTree>
      <p:nvGrpSpPr>
        <p:cNvPr id="1" name=""/>
        <p:cNvGrpSpPr/>
        <p:nvPr/>
      </p:nvGrpSpPr>
      <p:grpSpPr>
        <a:xfrm>
          <a:off x="0" y="0"/>
          <a:ext cx="0" cy="0"/>
          <a:chOff x="0" y="0"/>
          <a:chExt cx="0" cy="0"/>
        </a:xfrm>
      </p:grpSpPr>
      <p:sp>
        <p:nvSpPr>
          <p:cNvPr id="2" name="Titolo 1"/>
          <p:cNvSpPr>
            <a:spLocks noGrp="1"/>
          </p:cNvSpPr>
          <p:nvPr>
            <p:ph type="title"/>
          </p:nvPr>
        </p:nvSpPr>
        <p:spPr>
          <a:xfrm>
            <a:off x="1792288" y="4800600"/>
            <a:ext cx="5486400" cy="566738"/>
          </a:xfrm>
        </p:spPr>
        <p:txBody>
          <a:bodyPr anchor="b"/>
          <a:lstStyle>
            <a:lvl1pPr algn="l">
              <a:defRPr sz="2000" b="1"/>
            </a:lvl1pPr>
          </a:lstStyle>
          <a:p>
            <a:r>
              <a:rPr lang="it-IT"/>
              <a:t>Fare clic per modificare lo stile del titolo</a:t>
            </a:r>
          </a:p>
        </p:txBody>
      </p:sp>
      <p:sp>
        <p:nvSpPr>
          <p:cNvPr id="3" name="Segnaposto immagine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it-IT"/>
              <a:t>Fare clic sull'icona per inserire un'immagine</a:t>
            </a:r>
          </a:p>
        </p:txBody>
      </p:sp>
      <p:sp>
        <p:nvSpPr>
          <p:cNvPr id="4" name="Segnaposto testo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it-IT"/>
              <a:t>Fare clic per modificare stili del testo dello schema</a:t>
            </a:r>
          </a:p>
        </p:txBody>
      </p:sp>
      <p:sp>
        <p:nvSpPr>
          <p:cNvPr id="5" name="Segnaposto data 4"/>
          <p:cNvSpPr>
            <a:spLocks noGrp="1"/>
          </p:cNvSpPr>
          <p:nvPr>
            <p:ph type="dt" sz="half" idx="10"/>
          </p:nvPr>
        </p:nvSpPr>
        <p:spPr>
          <a:xfrm>
            <a:off x="457200" y="6356350"/>
            <a:ext cx="2133600" cy="365125"/>
          </a:xfrm>
          <a:prstGeom prst="rect">
            <a:avLst/>
          </a:prstGeom>
        </p:spPr>
        <p:txBody>
          <a:bodyPr/>
          <a:lstStyle/>
          <a:p>
            <a:fld id="{B96E2279-029F-964F-A5B1-8676BDA67CCA}" type="datetimeFigureOut">
              <a:rPr lang="it-IT" smtClean="0"/>
              <a:t>15/11/2024</a:t>
            </a:fld>
            <a:endParaRPr lang="it-IT"/>
          </a:p>
        </p:txBody>
      </p:sp>
      <p:sp>
        <p:nvSpPr>
          <p:cNvPr id="6" name="Segnaposto piè di pagina 5"/>
          <p:cNvSpPr>
            <a:spLocks noGrp="1"/>
          </p:cNvSpPr>
          <p:nvPr>
            <p:ph type="ftr" sz="quarter" idx="11"/>
          </p:nvPr>
        </p:nvSpPr>
        <p:spPr>
          <a:xfrm>
            <a:off x="3124200" y="6356350"/>
            <a:ext cx="2895600" cy="365125"/>
          </a:xfrm>
          <a:prstGeom prst="rect">
            <a:avLst/>
          </a:prstGeom>
        </p:spPr>
        <p:txBody>
          <a:bodyPr/>
          <a:lstStyle/>
          <a:p>
            <a:endParaRPr lang="it-IT"/>
          </a:p>
        </p:txBody>
      </p:sp>
      <p:sp>
        <p:nvSpPr>
          <p:cNvPr id="7" name="Segnaposto numero diapositiva 6"/>
          <p:cNvSpPr>
            <a:spLocks noGrp="1"/>
          </p:cNvSpPr>
          <p:nvPr>
            <p:ph type="sldNum" sz="quarter" idx="12"/>
          </p:nvPr>
        </p:nvSpPr>
        <p:spPr>
          <a:xfrm>
            <a:off x="6553200" y="6356350"/>
            <a:ext cx="2133600" cy="365125"/>
          </a:xfrm>
          <a:prstGeom prst="rect">
            <a:avLst/>
          </a:prstGeom>
        </p:spPr>
        <p:txBody>
          <a:bodyPr/>
          <a:lstStyle/>
          <a:p>
            <a:fld id="{7834947A-1B05-2B43-AD85-E646CE852B9E}" type="slidenum">
              <a:rPr lang="it-IT" smtClean="0"/>
              <a:t>‹#›</a:t>
            </a:fld>
            <a:endParaRPr lang="it-IT"/>
          </a:p>
        </p:txBody>
      </p:sp>
    </p:spTree>
    <p:extLst>
      <p:ext uri="{BB962C8B-B14F-4D97-AF65-F5344CB8AC3E}">
        <p14:creationId xmlns:p14="http://schemas.microsoft.com/office/powerpoint/2010/main" val="254806384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olo e testo verticale">
    <p:spTree>
      <p:nvGrpSpPr>
        <p:cNvPr id="1" name=""/>
        <p:cNvGrpSpPr/>
        <p:nvPr/>
      </p:nvGrpSpPr>
      <p:grpSpPr>
        <a:xfrm>
          <a:off x="0" y="0"/>
          <a:ext cx="0" cy="0"/>
          <a:chOff x="0" y="0"/>
          <a:chExt cx="0" cy="0"/>
        </a:xfrm>
      </p:grpSpPr>
      <p:sp>
        <p:nvSpPr>
          <p:cNvPr id="2" name="Titolo 1"/>
          <p:cNvSpPr>
            <a:spLocks noGrp="1"/>
          </p:cNvSpPr>
          <p:nvPr>
            <p:ph type="title"/>
          </p:nvPr>
        </p:nvSpPr>
        <p:spPr/>
        <p:txBody>
          <a:bodyPr/>
          <a:lstStyle/>
          <a:p>
            <a:r>
              <a:rPr lang="it-IT"/>
              <a:t>Fare clic per modificare lo stile del titolo</a:t>
            </a:r>
          </a:p>
        </p:txBody>
      </p:sp>
      <p:sp>
        <p:nvSpPr>
          <p:cNvPr id="3" name="Segnaposto testo verticale 2"/>
          <p:cNvSpPr>
            <a:spLocks noGrp="1"/>
          </p:cNvSpPr>
          <p:nvPr>
            <p:ph type="body" orient="vert" idx="1"/>
          </p:nvPr>
        </p:nvSpPr>
        <p:spPr/>
        <p:txBody>
          <a:bodyPr vert="eaVert"/>
          <a:lstStyle/>
          <a:p>
            <a:pPr lvl="0"/>
            <a:r>
              <a:rPr lang="it-IT"/>
              <a:t>Fare clic per modificare stili del testo dello schema</a:t>
            </a:r>
          </a:p>
          <a:p>
            <a:pPr lvl="1"/>
            <a:r>
              <a:rPr lang="it-IT"/>
              <a:t>Secondo livello</a:t>
            </a:r>
          </a:p>
          <a:p>
            <a:pPr lvl="2"/>
            <a:r>
              <a:rPr lang="it-IT"/>
              <a:t>Terzo livello</a:t>
            </a:r>
          </a:p>
          <a:p>
            <a:pPr lvl="3"/>
            <a:r>
              <a:rPr lang="it-IT"/>
              <a:t>Quarto livello</a:t>
            </a:r>
          </a:p>
          <a:p>
            <a:pPr lvl="4"/>
            <a:r>
              <a:rPr lang="it-IT"/>
              <a:t>Quinto livello</a:t>
            </a:r>
          </a:p>
        </p:txBody>
      </p:sp>
      <p:sp>
        <p:nvSpPr>
          <p:cNvPr id="4" name="Segnaposto data 3"/>
          <p:cNvSpPr>
            <a:spLocks noGrp="1"/>
          </p:cNvSpPr>
          <p:nvPr>
            <p:ph type="dt" sz="half" idx="10"/>
          </p:nvPr>
        </p:nvSpPr>
        <p:spPr>
          <a:xfrm>
            <a:off x="457200" y="6356350"/>
            <a:ext cx="2133600" cy="365125"/>
          </a:xfrm>
          <a:prstGeom prst="rect">
            <a:avLst/>
          </a:prstGeom>
        </p:spPr>
        <p:txBody>
          <a:bodyPr/>
          <a:lstStyle/>
          <a:p>
            <a:fld id="{B96E2279-029F-964F-A5B1-8676BDA67CCA}" type="datetimeFigureOut">
              <a:rPr lang="it-IT" smtClean="0"/>
              <a:t>15/11/2024</a:t>
            </a:fld>
            <a:endParaRPr lang="it-IT"/>
          </a:p>
        </p:txBody>
      </p:sp>
      <p:sp>
        <p:nvSpPr>
          <p:cNvPr id="5" name="Segnaposto piè di pagina 4"/>
          <p:cNvSpPr>
            <a:spLocks noGrp="1"/>
          </p:cNvSpPr>
          <p:nvPr>
            <p:ph type="ftr" sz="quarter" idx="11"/>
          </p:nvPr>
        </p:nvSpPr>
        <p:spPr>
          <a:xfrm>
            <a:off x="3124200" y="6356350"/>
            <a:ext cx="2895600" cy="365125"/>
          </a:xfrm>
          <a:prstGeom prst="rect">
            <a:avLst/>
          </a:prstGeom>
        </p:spPr>
        <p:txBody>
          <a:bodyPr/>
          <a:lstStyle/>
          <a:p>
            <a:endParaRPr lang="it-IT"/>
          </a:p>
        </p:txBody>
      </p:sp>
      <p:sp>
        <p:nvSpPr>
          <p:cNvPr id="6" name="Segnaposto numero diapositiva 5"/>
          <p:cNvSpPr>
            <a:spLocks noGrp="1"/>
          </p:cNvSpPr>
          <p:nvPr>
            <p:ph type="sldNum" sz="quarter" idx="12"/>
          </p:nvPr>
        </p:nvSpPr>
        <p:spPr>
          <a:xfrm>
            <a:off x="6553200" y="6356350"/>
            <a:ext cx="2133600" cy="365125"/>
          </a:xfrm>
          <a:prstGeom prst="rect">
            <a:avLst/>
          </a:prstGeom>
        </p:spPr>
        <p:txBody>
          <a:bodyPr/>
          <a:lstStyle/>
          <a:p>
            <a:fld id="{7834947A-1B05-2B43-AD85-E646CE852B9E}" type="slidenum">
              <a:rPr lang="it-IT" smtClean="0"/>
              <a:t>‹#›</a:t>
            </a:fld>
            <a:endParaRPr lang="it-IT"/>
          </a:p>
        </p:txBody>
      </p:sp>
    </p:spTree>
    <p:extLst>
      <p:ext uri="{BB962C8B-B14F-4D97-AF65-F5344CB8AC3E}">
        <p14:creationId xmlns:p14="http://schemas.microsoft.com/office/powerpoint/2010/main" val="119155541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itolo verticale e testo">
    <p:spTree>
      <p:nvGrpSpPr>
        <p:cNvPr id="1" name=""/>
        <p:cNvGrpSpPr/>
        <p:nvPr/>
      </p:nvGrpSpPr>
      <p:grpSpPr>
        <a:xfrm>
          <a:off x="0" y="0"/>
          <a:ext cx="0" cy="0"/>
          <a:chOff x="0" y="0"/>
          <a:chExt cx="0" cy="0"/>
        </a:xfrm>
      </p:grpSpPr>
      <p:sp>
        <p:nvSpPr>
          <p:cNvPr id="2" name="Titolo verticale 1"/>
          <p:cNvSpPr>
            <a:spLocks noGrp="1"/>
          </p:cNvSpPr>
          <p:nvPr>
            <p:ph type="title" orient="vert"/>
          </p:nvPr>
        </p:nvSpPr>
        <p:spPr>
          <a:xfrm>
            <a:off x="6629400" y="274638"/>
            <a:ext cx="2057400" cy="5851525"/>
          </a:xfrm>
        </p:spPr>
        <p:txBody>
          <a:bodyPr vert="eaVert"/>
          <a:lstStyle/>
          <a:p>
            <a:r>
              <a:rPr lang="it-IT"/>
              <a:t>Fare clic per modificare lo stile del titolo</a:t>
            </a:r>
          </a:p>
        </p:txBody>
      </p:sp>
      <p:sp>
        <p:nvSpPr>
          <p:cNvPr id="3" name="Segnaposto testo verticale 2"/>
          <p:cNvSpPr>
            <a:spLocks noGrp="1"/>
          </p:cNvSpPr>
          <p:nvPr>
            <p:ph type="body" orient="vert" idx="1"/>
          </p:nvPr>
        </p:nvSpPr>
        <p:spPr>
          <a:xfrm>
            <a:off x="457200" y="274638"/>
            <a:ext cx="6019800" cy="5851525"/>
          </a:xfrm>
        </p:spPr>
        <p:txBody>
          <a:bodyPr vert="eaVert"/>
          <a:lstStyle/>
          <a:p>
            <a:pPr lvl="0"/>
            <a:r>
              <a:rPr lang="it-IT"/>
              <a:t>Fare clic per modificare stili del testo dello schema</a:t>
            </a:r>
          </a:p>
          <a:p>
            <a:pPr lvl="1"/>
            <a:r>
              <a:rPr lang="it-IT"/>
              <a:t>Secondo livello</a:t>
            </a:r>
          </a:p>
          <a:p>
            <a:pPr lvl="2"/>
            <a:r>
              <a:rPr lang="it-IT"/>
              <a:t>Terzo livello</a:t>
            </a:r>
          </a:p>
          <a:p>
            <a:pPr lvl="3"/>
            <a:r>
              <a:rPr lang="it-IT"/>
              <a:t>Quarto livello</a:t>
            </a:r>
          </a:p>
          <a:p>
            <a:pPr lvl="4"/>
            <a:r>
              <a:rPr lang="it-IT"/>
              <a:t>Quinto livello</a:t>
            </a:r>
          </a:p>
        </p:txBody>
      </p:sp>
      <p:sp>
        <p:nvSpPr>
          <p:cNvPr id="4" name="Segnaposto data 3"/>
          <p:cNvSpPr>
            <a:spLocks noGrp="1"/>
          </p:cNvSpPr>
          <p:nvPr>
            <p:ph type="dt" sz="half" idx="10"/>
          </p:nvPr>
        </p:nvSpPr>
        <p:spPr>
          <a:xfrm>
            <a:off x="457200" y="6356350"/>
            <a:ext cx="2133600" cy="365125"/>
          </a:xfrm>
          <a:prstGeom prst="rect">
            <a:avLst/>
          </a:prstGeom>
        </p:spPr>
        <p:txBody>
          <a:bodyPr/>
          <a:lstStyle/>
          <a:p>
            <a:fld id="{B96E2279-029F-964F-A5B1-8676BDA67CCA}" type="datetimeFigureOut">
              <a:rPr lang="it-IT" smtClean="0"/>
              <a:t>15/11/2024</a:t>
            </a:fld>
            <a:endParaRPr lang="it-IT"/>
          </a:p>
        </p:txBody>
      </p:sp>
      <p:sp>
        <p:nvSpPr>
          <p:cNvPr id="5" name="Segnaposto piè di pagina 4"/>
          <p:cNvSpPr>
            <a:spLocks noGrp="1"/>
          </p:cNvSpPr>
          <p:nvPr>
            <p:ph type="ftr" sz="quarter" idx="11"/>
          </p:nvPr>
        </p:nvSpPr>
        <p:spPr>
          <a:xfrm>
            <a:off x="3124200" y="6356350"/>
            <a:ext cx="2895600" cy="365125"/>
          </a:xfrm>
          <a:prstGeom prst="rect">
            <a:avLst/>
          </a:prstGeom>
        </p:spPr>
        <p:txBody>
          <a:bodyPr/>
          <a:lstStyle/>
          <a:p>
            <a:endParaRPr lang="it-IT"/>
          </a:p>
        </p:txBody>
      </p:sp>
      <p:sp>
        <p:nvSpPr>
          <p:cNvPr id="6" name="Segnaposto numero diapositiva 5"/>
          <p:cNvSpPr>
            <a:spLocks noGrp="1"/>
          </p:cNvSpPr>
          <p:nvPr>
            <p:ph type="sldNum" sz="quarter" idx="12"/>
          </p:nvPr>
        </p:nvSpPr>
        <p:spPr>
          <a:xfrm>
            <a:off x="6553200" y="6356350"/>
            <a:ext cx="2133600" cy="365125"/>
          </a:xfrm>
          <a:prstGeom prst="rect">
            <a:avLst/>
          </a:prstGeom>
        </p:spPr>
        <p:txBody>
          <a:bodyPr/>
          <a:lstStyle/>
          <a:p>
            <a:fld id="{7834947A-1B05-2B43-AD85-E646CE852B9E}" type="slidenum">
              <a:rPr lang="it-IT" smtClean="0"/>
              <a:t>‹#›</a:t>
            </a:fld>
            <a:endParaRPr lang="it-IT"/>
          </a:p>
        </p:txBody>
      </p:sp>
    </p:spTree>
    <p:extLst>
      <p:ext uri="{BB962C8B-B14F-4D97-AF65-F5344CB8AC3E}">
        <p14:creationId xmlns:p14="http://schemas.microsoft.com/office/powerpoint/2010/main" val="283366979"/>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1_Diapositiva titolo">
    <p:spTree>
      <p:nvGrpSpPr>
        <p:cNvPr id="1" name=""/>
        <p:cNvGrpSpPr/>
        <p:nvPr/>
      </p:nvGrpSpPr>
      <p:grpSpPr>
        <a:xfrm>
          <a:off x="0" y="0"/>
          <a:ext cx="0" cy="0"/>
          <a:chOff x="0" y="0"/>
          <a:chExt cx="0" cy="0"/>
        </a:xfrm>
      </p:grpSpPr>
    </p:spTree>
    <p:extLst>
      <p:ext uri="{BB962C8B-B14F-4D97-AF65-F5344CB8AC3E}">
        <p14:creationId xmlns:p14="http://schemas.microsoft.com/office/powerpoint/2010/main" val="1336091779"/>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userDrawn="1">
  <p:cSld name="2_Diapositiva titolo">
    <p:spTree>
      <p:nvGrpSpPr>
        <p:cNvPr id="1" name=""/>
        <p:cNvGrpSpPr/>
        <p:nvPr/>
      </p:nvGrpSpPr>
      <p:grpSpPr>
        <a:xfrm>
          <a:off x="0" y="0"/>
          <a:ext cx="0" cy="0"/>
          <a:chOff x="0" y="0"/>
          <a:chExt cx="0" cy="0"/>
        </a:xfrm>
      </p:grpSpPr>
    </p:spTree>
    <p:extLst>
      <p:ext uri="{BB962C8B-B14F-4D97-AF65-F5344CB8AC3E}">
        <p14:creationId xmlns:p14="http://schemas.microsoft.com/office/powerpoint/2010/main" val="203280542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Segnaposto titolo 1"/>
          <p:cNvSpPr>
            <a:spLocks noGrp="1"/>
          </p:cNvSpPr>
          <p:nvPr>
            <p:ph type="title"/>
          </p:nvPr>
        </p:nvSpPr>
        <p:spPr>
          <a:xfrm>
            <a:off x="288521" y="139166"/>
            <a:ext cx="8581043" cy="840400"/>
          </a:xfrm>
          <a:prstGeom prst="rect">
            <a:avLst/>
          </a:prstGeom>
        </p:spPr>
        <p:txBody>
          <a:bodyPr vert="horz" lIns="91440" tIns="45720" rIns="91440" bIns="45720" rtlCol="0" anchor="t" anchorCtr="0">
            <a:normAutofit/>
          </a:bodyPr>
          <a:lstStyle/>
          <a:p>
            <a:r>
              <a:rPr lang="it-IT" dirty="0"/>
              <a:t>Fare clic per modificare stile</a:t>
            </a:r>
          </a:p>
        </p:txBody>
      </p:sp>
      <p:sp>
        <p:nvSpPr>
          <p:cNvPr id="3" name="Segnaposto testo 2"/>
          <p:cNvSpPr>
            <a:spLocks noGrp="1"/>
          </p:cNvSpPr>
          <p:nvPr>
            <p:ph type="body" idx="1"/>
          </p:nvPr>
        </p:nvSpPr>
        <p:spPr>
          <a:xfrm>
            <a:off x="457200" y="1600200"/>
            <a:ext cx="8143452" cy="4525963"/>
          </a:xfrm>
          <a:prstGeom prst="rect">
            <a:avLst/>
          </a:prstGeom>
        </p:spPr>
        <p:txBody>
          <a:bodyPr vert="horz" lIns="91440" tIns="45720" rIns="91440" bIns="45720" rtlCol="0">
            <a:normAutofit/>
          </a:bodyPr>
          <a:lstStyle/>
          <a:p>
            <a:pPr lvl="0"/>
            <a:r>
              <a:rPr lang="it-IT" dirty="0"/>
              <a:t>Fare clic per modificare gli stili del testo dello schema</a:t>
            </a:r>
          </a:p>
          <a:p>
            <a:pPr lvl="1"/>
            <a:r>
              <a:rPr lang="it-IT" dirty="0"/>
              <a:t>Secondo livello</a:t>
            </a:r>
          </a:p>
          <a:p>
            <a:pPr lvl="2"/>
            <a:r>
              <a:rPr lang="it-IT" dirty="0"/>
              <a:t>Terzo livello</a:t>
            </a:r>
          </a:p>
          <a:p>
            <a:pPr lvl="3"/>
            <a:r>
              <a:rPr lang="it-IT" dirty="0"/>
              <a:t>Quarto livello</a:t>
            </a:r>
          </a:p>
          <a:p>
            <a:pPr lvl="4"/>
            <a:r>
              <a:rPr lang="it-IT" dirty="0"/>
              <a:t>Quinto livello</a:t>
            </a:r>
          </a:p>
        </p:txBody>
      </p:sp>
    </p:spTree>
    <p:extLst>
      <p:ext uri="{BB962C8B-B14F-4D97-AF65-F5344CB8AC3E}">
        <p14:creationId xmlns:p14="http://schemas.microsoft.com/office/powerpoint/2010/main" val="1119611595"/>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Lst>
  <p:txStyles>
    <p:titleStyle>
      <a:lvl1pPr marL="0" indent="0" algn="l" defTabSz="457200" rtl="0" eaLnBrk="1" latinLnBrk="0" hangingPunct="1">
        <a:spcBef>
          <a:spcPct val="0"/>
        </a:spcBef>
        <a:buNone/>
        <a:defRPr sz="2200" b="1" kern="1200">
          <a:solidFill>
            <a:schemeClr val="bg1"/>
          </a:solidFill>
          <a:latin typeface="Arial"/>
          <a:ea typeface="+mj-ea"/>
          <a:cs typeface="Arial"/>
        </a:defRPr>
      </a:lvl1pPr>
    </p:titleStyle>
    <p:bodyStyle>
      <a:lvl1pPr marL="0" indent="0" algn="l" defTabSz="457200" rtl="0" eaLnBrk="1" latinLnBrk="0" hangingPunct="1">
        <a:spcBef>
          <a:spcPct val="20000"/>
        </a:spcBef>
        <a:buFont typeface="Wingdings" charset="2"/>
        <a:buNone/>
        <a:defRPr sz="2200" kern="1200">
          <a:solidFill>
            <a:schemeClr val="tx1"/>
          </a:solidFill>
          <a:latin typeface="Arial"/>
          <a:ea typeface="+mn-ea"/>
          <a:cs typeface="Arial"/>
        </a:defRPr>
      </a:lvl1pPr>
      <a:lvl2pPr marL="742950" indent="-285750" algn="l" defTabSz="457200" rtl="0" eaLnBrk="1" latinLnBrk="0" hangingPunct="1">
        <a:spcBef>
          <a:spcPct val="20000"/>
        </a:spcBef>
        <a:buFont typeface="Arial"/>
        <a:buChar char="–"/>
        <a:defRPr sz="2200" kern="1200">
          <a:solidFill>
            <a:schemeClr val="tx1"/>
          </a:solidFill>
          <a:latin typeface="Arial"/>
          <a:ea typeface="+mn-ea"/>
          <a:cs typeface="Arial"/>
        </a:defRPr>
      </a:lvl2pPr>
      <a:lvl3pPr marL="1143000" indent="-228600" algn="l" defTabSz="457200" rtl="0" eaLnBrk="1" latinLnBrk="0" hangingPunct="1">
        <a:spcBef>
          <a:spcPct val="20000"/>
        </a:spcBef>
        <a:buFont typeface="Arial"/>
        <a:buChar char="•"/>
        <a:defRPr sz="2200" kern="1200">
          <a:solidFill>
            <a:schemeClr val="tx1"/>
          </a:solidFill>
          <a:latin typeface="Arial"/>
          <a:ea typeface="+mn-ea"/>
          <a:cs typeface="Arial"/>
        </a:defRPr>
      </a:lvl3pPr>
      <a:lvl4pPr marL="1600200" indent="-228600" algn="l" defTabSz="457200" rtl="0" eaLnBrk="1" latinLnBrk="0" hangingPunct="1">
        <a:spcBef>
          <a:spcPct val="20000"/>
        </a:spcBef>
        <a:buFont typeface="Arial"/>
        <a:buChar char="–"/>
        <a:defRPr sz="2200" kern="1200">
          <a:solidFill>
            <a:schemeClr val="tx1"/>
          </a:solidFill>
          <a:latin typeface="Arial"/>
          <a:ea typeface="+mn-ea"/>
          <a:cs typeface="Arial"/>
        </a:defRPr>
      </a:lvl4pPr>
      <a:lvl5pPr marL="2057400" indent="-228600" algn="l" defTabSz="457200" rtl="0" eaLnBrk="1" latinLnBrk="0" hangingPunct="1">
        <a:spcBef>
          <a:spcPct val="20000"/>
        </a:spcBef>
        <a:buFont typeface="Arial"/>
        <a:buChar char="»"/>
        <a:defRPr sz="2200" kern="1200">
          <a:solidFill>
            <a:schemeClr val="tx1"/>
          </a:solidFill>
          <a:latin typeface="Arial"/>
          <a:ea typeface="+mn-ea"/>
          <a:cs typeface="Arial"/>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it-IT"/>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13.xml"/></Relationships>
</file>

<file path=ppt/slides/_rels/slide2.xml.rels><?xml version="1.0" encoding="UTF-8" standalone="yes"?>
<Relationships xmlns="http://schemas.openxmlformats.org/package/2006/relationships"><Relationship Id="rId2" Type="http://schemas.openxmlformats.org/officeDocument/2006/relationships/image" Target="../media/image4.emf"/><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hyperlink" Target="https://esdac.jrc.ec.europa.eu/content/lucas-2018-topsoil-data" TargetMode="External"/><Relationship Id="rId2" Type="http://schemas.openxmlformats.org/officeDocument/2006/relationships/image" Target="../media/image5.jpg"/><Relationship Id="rId1" Type="http://schemas.openxmlformats.org/officeDocument/2006/relationships/slideLayout" Target="../slideLayouts/slideLayout12.xml"/><Relationship Id="rId5" Type="http://schemas.openxmlformats.org/officeDocument/2006/relationships/hyperlink" Target="https://esdac.jrc.ec.europa.eu/content/lucas2015-topsoil-data" TargetMode="External"/><Relationship Id="rId4" Type="http://schemas.openxmlformats.org/officeDocument/2006/relationships/image" Target="../media/image6.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Picture 2"/>
          <p:cNvPicPr>
            <a:picLocks noChangeAspect="1" noChangeArrowheads="1"/>
          </p:cNvPicPr>
          <p:nvPr/>
        </p:nvPicPr>
        <p:blipFill rotWithShape="1">
          <a:blip r:embed="rId2">
            <a:extLst>
              <a:ext uri="{28A0092B-C50C-407E-A947-70E740481C1C}">
                <a14:useLocalDpi xmlns:a14="http://schemas.microsoft.com/office/drawing/2010/main" val="0"/>
              </a:ext>
            </a:extLst>
          </a:blip>
          <a:srcRect t="17598" b="14682"/>
          <a:stretch/>
        </p:blipFill>
        <p:spPr bwMode="auto">
          <a:xfrm>
            <a:off x="0" y="0"/>
            <a:ext cx="9144000" cy="41497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5" name="Titolo 4"/>
          <p:cNvSpPr>
            <a:spLocks noGrp="1"/>
          </p:cNvSpPr>
          <p:nvPr>
            <p:ph type="ctrTitle" idx="4294967295"/>
          </p:nvPr>
        </p:nvSpPr>
        <p:spPr>
          <a:xfrm>
            <a:off x="641534" y="4149725"/>
            <a:ext cx="7772400" cy="968375"/>
          </a:xfrm>
        </p:spPr>
        <p:txBody>
          <a:bodyPr>
            <a:noAutofit/>
          </a:bodyPr>
          <a:lstStyle/>
          <a:p>
            <a:pPr algn="ctr"/>
            <a:r>
              <a:rPr lang="it-IT" sz="2800" dirty="0"/>
              <a:t>Titolo presentazione</a:t>
            </a:r>
            <a:br>
              <a:rPr lang="it-IT" sz="2800" dirty="0"/>
            </a:br>
            <a:r>
              <a:rPr lang="it-IT" sz="2800" dirty="0"/>
              <a:t>sottotitolo</a:t>
            </a:r>
          </a:p>
        </p:txBody>
      </p:sp>
      <p:sp>
        <p:nvSpPr>
          <p:cNvPr id="11" name="Sottotitolo 10"/>
          <p:cNvSpPr>
            <a:spLocks noGrp="1"/>
          </p:cNvSpPr>
          <p:nvPr>
            <p:ph type="subTitle" idx="4294967295"/>
          </p:nvPr>
        </p:nvSpPr>
        <p:spPr>
          <a:xfrm>
            <a:off x="641534" y="5118100"/>
            <a:ext cx="7772400" cy="1333500"/>
          </a:xfrm>
        </p:spPr>
        <p:txBody>
          <a:bodyPr>
            <a:normAutofit/>
          </a:bodyPr>
          <a:lstStyle/>
          <a:p>
            <a:pPr algn="ctr"/>
            <a:r>
              <a:rPr lang="it-IT" b="1" dirty="0">
                <a:solidFill>
                  <a:schemeClr val="bg1"/>
                </a:solidFill>
              </a:rPr>
              <a:t>Milano, XX mese 20XX</a:t>
            </a:r>
          </a:p>
          <a:p>
            <a:endParaRPr lang="it-IT" dirty="0"/>
          </a:p>
        </p:txBody>
      </p:sp>
      <p:pic>
        <p:nvPicPr>
          <p:cNvPr id="1028" name="Picture 4" descr="Y:\IMMAGINE _COORDINATA_2014\LOGO_UFFICIALE\01_Polimi_centrato\eps\01_Polimi_centrato_COL_negativo.pn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514725" y="1996654"/>
            <a:ext cx="2133600" cy="1573118"/>
          </a:xfrm>
          <a:prstGeom prst="rect">
            <a:avLst/>
          </a:prstGeom>
          <a:noFill/>
          <a:extLst>
            <a:ext uri="{909E8E84-426E-40DD-AFC4-6F175D3DCCD1}">
              <a14:hiddenFill xmlns:a14="http://schemas.microsoft.com/office/drawing/2010/main">
                <a:solidFill>
                  <a:srgbClr val="FFFFFF"/>
                </a:solidFill>
              </a14:hiddenFill>
            </a:ext>
          </a:extLst>
        </p:spPr>
      </p:pic>
      <p:sp>
        <p:nvSpPr>
          <p:cNvPr id="9" name="Rettangolo 8"/>
          <p:cNvSpPr/>
          <p:nvPr/>
        </p:nvSpPr>
        <p:spPr>
          <a:xfrm>
            <a:off x="0" y="3832224"/>
            <a:ext cx="9144000" cy="3025776"/>
          </a:xfrm>
          <a:prstGeom prst="rect">
            <a:avLst/>
          </a:prstGeom>
          <a:solidFill>
            <a:srgbClr val="728F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it-IT" dirty="0"/>
          </a:p>
        </p:txBody>
      </p:sp>
      <p:grpSp>
        <p:nvGrpSpPr>
          <p:cNvPr id="10" name="Gruppo 9"/>
          <p:cNvGrpSpPr/>
          <p:nvPr/>
        </p:nvGrpSpPr>
        <p:grpSpPr>
          <a:xfrm>
            <a:off x="48007" y="3816351"/>
            <a:ext cx="9036647" cy="180000"/>
            <a:chOff x="1218340" y="275867"/>
            <a:chExt cx="17715122" cy="567843"/>
          </a:xfrm>
        </p:grpSpPr>
        <p:cxnSp>
          <p:nvCxnSpPr>
            <p:cNvPr id="12" name="Connettore 1 11"/>
            <p:cNvCxnSpPr/>
            <p:nvPr userDrawn="1"/>
          </p:nvCxnSpPr>
          <p:spPr>
            <a:xfrm>
              <a:off x="1218340" y="275867"/>
              <a:ext cx="0" cy="567843"/>
            </a:xfrm>
            <a:prstGeom prst="line">
              <a:avLst/>
            </a:prstGeom>
            <a:ln w="12700">
              <a:solidFill>
                <a:schemeClr val="bg1"/>
              </a:solidFill>
            </a:ln>
            <a:effectLst/>
          </p:spPr>
          <p:style>
            <a:lnRef idx="2">
              <a:schemeClr val="accent1"/>
            </a:lnRef>
            <a:fillRef idx="0">
              <a:schemeClr val="accent1"/>
            </a:fillRef>
            <a:effectRef idx="1">
              <a:schemeClr val="accent1"/>
            </a:effectRef>
            <a:fontRef idx="minor">
              <a:schemeClr val="tx1"/>
            </a:fontRef>
          </p:style>
        </p:cxnSp>
        <p:cxnSp>
          <p:nvCxnSpPr>
            <p:cNvPr id="13" name="Connettore 1 12"/>
            <p:cNvCxnSpPr/>
            <p:nvPr userDrawn="1"/>
          </p:nvCxnSpPr>
          <p:spPr>
            <a:xfrm>
              <a:off x="1367207" y="275867"/>
              <a:ext cx="0" cy="567843"/>
            </a:xfrm>
            <a:prstGeom prst="line">
              <a:avLst/>
            </a:prstGeom>
            <a:ln w="12700">
              <a:solidFill>
                <a:schemeClr val="bg1"/>
              </a:solidFill>
            </a:ln>
            <a:effectLst/>
          </p:spPr>
          <p:style>
            <a:lnRef idx="2">
              <a:schemeClr val="accent1"/>
            </a:lnRef>
            <a:fillRef idx="0">
              <a:schemeClr val="accent1"/>
            </a:fillRef>
            <a:effectRef idx="1">
              <a:schemeClr val="accent1"/>
            </a:effectRef>
            <a:fontRef idx="minor">
              <a:schemeClr val="tx1"/>
            </a:fontRef>
          </p:style>
        </p:cxnSp>
        <p:cxnSp>
          <p:nvCxnSpPr>
            <p:cNvPr id="14" name="Connettore 1 13"/>
            <p:cNvCxnSpPr/>
            <p:nvPr userDrawn="1"/>
          </p:nvCxnSpPr>
          <p:spPr>
            <a:xfrm>
              <a:off x="1516074" y="275867"/>
              <a:ext cx="0" cy="567843"/>
            </a:xfrm>
            <a:prstGeom prst="line">
              <a:avLst/>
            </a:prstGeom>
            <a:ln w="12700">
              <a:solidFill>
                <a:schemeClr val="bg1"/>
              </a:solidFill>
            </a:ln>
            <a:effectLst/>
          </p:spPr>
          <p:style>
            <a:lnRef idx="2">
              <a:schemeClr val="accent1"/>
            </a:lnRef>
            <a:fillRef idx="0">
              <a:schemeClr val="accent1"/>
            </a:fillRef>
            <a:effectRef idx="1">
              <a:schemeClr val="accent1"/>
            </a:effectRef>
            <a:fontRef idx="minor">
              <a:schemeClr val="tx1"/>
            </a:fontRef>
          </p:style>
        </p:cxnSp>
        <p:cxnSp>
          <p:nvCxnSpPr>
            <p:cNvPr id="15" name="Connettore 1 14"/>
            <p:cNvCxnSpPr/>
            <p:nvPr userDrawn="1"/>
          </p:nvCxnSpPr>
          <p:spPr>
            <a:xfrm>
              <a:off x="1664941" y="275867"/>
              <a:ext cx="0" cy="567843"/>
            </a:xfrm>
            <a:prstGeom prst="line">
              <a:avLst/>
            </a:prstGeom>
            <a:ln w="12700">
              <a:solidFill>
                <a:schemeClr val="bg1"/>
              </a:solidFill>
            </a:ln>
            <a:effectLst/>
          </p:spPr>
          <p:style>
            <a:lnRef idx="2">
              <a:schemeClr val="accent1"/>
            </a:lnRef>
            <a:fillRef idx="0">
              <a:schemeClr val="accent1"/>
            </a:fillRef>
            <a:effectRef idx="1">
              <a:schemeClr val="accent1"/>
            </a:effectRef>
            <a:fontRef idx="minor">
              <a:schemeClr val="tx1"/>
            </a:fontRef>
          </p:style>
        </p:cxnSp>
        <p:cxnSp>
          <p:nvCxnSpPr>
            <p:cNvPr id="16" name="Connettore 1 15"/>
            <p:cNvCxnSpPr/>
            <p:nvPr userDrawn="1"/>
          </p:nvCxnSpPr>
          <p:spPr>
            <a:xfrm>
              <a:off x="1813808" y="275867"/>
              <a:ext cx="0" cy="567843"/>
            </a:xfrm>
            <a:prstGeom prst="line">
              <a:avLst/>
            </a:prstGeom>
            <a:ln w="12700">
              <a:solidFill>
                <a:schemeClr val="bg1"/>
              </a:solidFill>
            </a:ln>
            <a:effectLst/>
          </p:spPr>
          <p:style>
            <a:lnRef idx="2">
              <a:schemeClr val="accent1"/>
            </a:lnRef>
            <a:fillRef idx="0">
              <a:schemeClr val="accent1"/>
            </a:fillRef>
            <a:effectRef idx="1">
              <a:schemeClr val="accent1"/>
            </a:effectRef>
            <a:fontRef idx="minor">
              <a:schemeClr val="tx1"/>
            </a:fontRef>
          </p:style>
        </p:cxnSp>
        <p:cxnSp>
          <p:nvCxnSpPr>
            <p:cNvPr id="17" name="Connettore 1 16"/>
            <p:cNvCxnSpPr/>
            <p:nvPr userDrawn="1"/>
          </p:nvCxnSpPr>
          <p:spPr>
            <a:xfrm>
              <a:off x="1962675" y="275867"/>
              <a:ext cx="0" cy="567843"/>
            </a:xfrm>
            <a:prstGeom prst="line">
              <a:avLst/>
            </a:prstGeom>
            <a:ln w="12700">
              <a:solidFill>
                <a:schemeClr val="bg1"/>
              </a:solidFill>
            </a:ln>
            <a:effectLst/>
          </p:spPr>
          <p:style>
            <a:lnRef idx="2">
              <a:schemeClr val="accent1"/>
            </a:lnRef>
            <a:fillRef idx="0">
              <a:schemeClr val="accent1"/>
            </a:fillRef>
            <a:effectRef idx="1">
              <a:schemeClr val="accent1"/>
            </a:effectRef>
            <a:fontRef idx="minor">
              <a:schemeClr val="tx1"/>
            </a:fontRef>
          </p:style>
        </p:cxnSp>
        <p:cxnSp>
          <p:nvCxnSpPr>
            <p:cNvPr id="18" name="Connettore 1 17"/>
            <p:cNvCxnSpPr/>
            <p:nvPr userDrawn="1"/>
          </p:nvCxnSpPr>
          <p:spPr>
            <a:xfrm>
              <a:off x="2111542" y="275867"/>
              <a:ext cx="0" cy="567843"/>
            </a:xfrm>
            <a:prstGeom prst="line">
              <a:avLst/>
            </a:prstGeom>
            <a:ln w="12700">
              <a:solidFill>
                <a:schemeClr val="bg1"/>
              </a:solidFill>
            </a:ln>
            <a:effectLst/>
          </p:spPr>
          <p:style>
            <a:lnRef idx="2">
              <a:schemeClr val="accent1"/>
            </a:lnRef>
            <a:fillRef idx="0">
              <a:schemeClr val="accent1"/>
            </a:fillRef>
            <a:effectRef idx="1">
              <a:schemeClr val="accent1"/>
            </a:effectRef>
            <a:fontRef idx="minor">
              <a:schemeClr val="tx1"/>
            </a:fontRef>
          </p:style>
        </p:cxnSp>
        <p:cxnSp>
          <p:nvCxnSpPr>
            <p:cNvPr id="19" name="Connettore 1 18"/>
            <p:cNvCxnSpPr/>
            <p:nvPr userDrawn="1"/>
          </p:nvCxnSpPr>
          <p:spPr>
            <a:xfrm>
              <a:off x="2260409" y="275867"/>
              <a:ext cx="0" cy="567843"/>
            </a:xfrm>
            <a:prstGeom prst="line">
              <a:avLst/>
            </a:prstGeom>
            <a:ln w="12700">
              <a:solidFill>
                <a:schemeClr val="bg1"/>
              </a:solidFill>
            </a:ln>
            <a:effectLst/>
          </p:spPr>
          <p:style>
            <a:lnRef idx="2">
              <a:schemeClr val="accent1"/>
            </a:lnRef>
            <a:fillRef idx="0">
              <a:schemeClr val="accent1"/>
            </a:fillRef>
            <a:effectRef idx="1">
              <a:schemeClr val="accent1"/>
            </a:effectRef>
            <a:fontRef idx="minor">
              <a:schemeClr val="tx1"/>
            </a:fontRef>
          </p:style>
        </p:cxnSp>
        <p:cxnSp>
          <p:nvCxnSpPr>
            <p:cNvPr id="20" name="Connettore 1 19"/>
            <p:cNvCxnSpPr/>
            <p:nvPr userDrawn="1"/>
          </p:nvCxnSpPr>
          <p:spPr>
            <a:xfrm>
              <a:off x="2409276" y="275867"/>
              <a:ext cx="0" cy="567843"/>
            </a:xfrm>
            <a:prstGeom prst="line">
              <a:avLst/>
            </a:prstGeom>
            <a:ln w="12700">
              <a:solidFill>
                <a:schemeClr val="bg1"/>
              </a:solidFill>
            </a:ln>
            <a:effectLst/>
          </p:spPr>
          <p:style>
            <a:lnRef idx="2">
              <a:schemeClr val="accent1"/>
            </a:lnRef>
            <a:fillRef idx="0">
              <a:schemeClr val="accent1"/>
            </a:fillRef>
            <a:effectRef idx="1">
              <a:schemeClr val="accent1"/>
            </a:effectRef>
            <a:fontRef idx="minor">
              <a:schemeClr val="tx1"/>
            </a:fontRef>
          </p:style>
        </p:cxnSp>
        <p:cxnSp>
          <p:nvCxnSpPr>
            <p:cNvPr id="21" name="Connettore 1 20"/>
            <p:cNvCxnSpPr/>
            <p:nvPr userDrawn="1"/>
          </p:nvCxnSpPr>
          <p:spPr>
            <a:xfrm>
              <a:off x="2558143" y="275867"/>
              <a:ext cx="0" cy="567843"/>
            </a:xfrm>
            <a:prstGeom prst="line">
              <a:avLst/>
            </a:prstGeom>
            <a:ln w="12700">
              <a:solidFill>
                <a:schemeClr val="bg1"/>
              </a:solidFill>
            </a:ln>
            <a:effectLst/>
          </p:spPr>
          <p:style>
            <a:lnRef idx="2">
              <a:schemeClr val="accent1"/>
            </a:lnRef>
            <a:fillRef idx="0">
              <a:schemeClr val="accent1"/>
            </a:fillRef>
            <a:effectRef idx="1">
              <a:schemeClr val="accent1"/>
            </a:effectRef>
            <a:fontRef idx="minor">
              <a:schemeClr val="tx1"/>
            </a:fontRef>
          </p:style>
        </p:cxnSp>
        <p:cxnSp>
          <p:nvCxnSpPr>
            <p:cNvPr id="22" name="Connettore 1 21"/>
            <p:cNvCxnSpPr/>
            <p:nvPr userDrawn="1"/>
          </p:nvCxnSpPr>
          <p:spPr>
            <a:xfrm>
              <a:off x="2707010" y="275867"/>
              <a:ext cx="0" cy="567843"/>
            </a:xfrm>
            <a:prstGeom prst="line">
              <a:avLst/>
            </a:prstGeom>
            <a:ln w="12700">
              <a:solidFill>
                <a:schemeClr val="bg1"/>
              </a:solidFill>
            </a:ln>
            <a:effectLst/>
          </p:spPr>
          <p:style>
            <a:lnRef idx="2">
              <a:schemeClr val="accent1"/>
            </a:lnRef>
            <a:fillRef idx="0">
              <a:schemeClr val="accent1"/>
            </a:fillRef>
            <a:effectRef idx="1">
              <a:schemeClr val="accent1"/>
            </a:effectRef>
            <a:fontRef idx="minor">
              <a:schemeClr val="tx1"/>
            </a:fontRef>
          </p:style>
        </p:cxnSp>
        <p:cxnSp>
          <p:nvCxnSpPr>
            <p:cNvPr id="23" name="Connettore 1 22"/>
            <p:cNvCxnSpPr/>
            <p:nvPr userDrawn="1"/>
          </p:nvCxnSpPr>
          <p:spPr>
            <a:xfrm>
              <a:off x="2855877" y="275867"/>
              <a:ext cx="0" cy="567843"/>
            </a:xfrm>
            <a:prstGeom prst="line">
              <a:avLst/>
            </a:prstGeom>
            <a:ln w="12700">
              <a:solidFill>
                <a:schemeClr val="bg1"/>
              </a:solidFill>
            </a:ln>
            <a:effectLst/>
          </p:spPr>
          <p:style>
            <a:lnRef idx="2">
              <a:schemeClr val="accent1"/>
            </a:lnRef>
            <a:fillRef idx="0">
              <a:schemeClr val="accent1"/>
            </a:fillRef>
            <a:effectRef idx="1">
              <a:schemeClr val="accent1"/>
            </a:effectRef>
            <a:fontRef idx="minor">
              <a:schemeClr val="tx1"/>
            </a:fontRef>
          </p:style>
        </p:cxnSp>
        <p:cxnSp>
          <p:nvCxnSpPr>
            <p:cNvPr id="24" name="Connettore 1 23"/>
            <p:cNvCxnSpPr/>
            <p:nvPr userDrawn="1"/>
          </p:nvCxnSpPr>
          <p:spPr>
            <a:xfrm>
              <a:off x="3004744" y="275867"/>
              <a:ext cx="0" cy="567843"/>
            </a:xfrm>
            <a:prstGeom prst="line">
              <a:avLst/>
            </a:prstGeom>
            <a:ln w="12700">
              <a:solidFill>
                <a:schemeClr val="bg1"/>
              </a:solidFill>
            </a:ln>
            <a:effectLst/>
          </p:spPr>
          <p:style>
            <a:lnRef idx="2">
              <a:schemeClr val="accent1"/>
            </a:lnRef>
            <a:fillRef idx="0">
              <a:schemeClr val="accent1"/>
            </a:fillRef>
            <a:effectRef idx="1">
              <a:schemeClr val="accent1"/>
            </a:effectRef>
            <a:fontRef idx="minor">
              <a:schemeClr val="tx1"/>
            </a:fontRef>
          </p:style>
        </p:cxnSp>
        <p:cxnSp>
          <p:nvCxnSpPr>
            <p:cNvPr id="25" name="Connettore 1 24"/>
            <p:cNvCxnSpPr/>
            <p:nvPr userDrawn="1"/>
          </p:nvCxnSpPr>
          <p:spPr>
            <a:xfrm>
              <a:off x="3153611" y="275867"/>
              <a:ext cx="0" cy="567843"/>
            </a:xfrm>
            <a:prstGeom prst="line">
              <a:avLst/>
            </a:prstGeom>
            <a:ln w="12700">
              <a:solidFill>
                <a:schemeClr val="bg1"/>
              </a:solidFill>
            </a:ln>
            <a:effectLst/>
          </p:spPr>
          <p:style>
            <a:lnRef idx="2">
              <a:schemeClr val="accent1"/>
            </a:lnRef>
            <a:fillRef idx="0">
              <a:schemeClr val="accent1"/>
            </a:fillRef>
            <a:effectRef idx="1">
              <a:schemeClr val="accent1"/>
            </a:effectRef>
            <a:fontRef idx="minor">
              <a:schemeClr val="tx1"/>
            </a:fontRef>
          </p:style>
        </p:cxnSp>
        <p:cxnSp>
          <p:nvCxnSpPr>
            <p:cNvPr id="26" name="Connettore 1 25"/>
            <p:cNvCxnSpPr/>
            <p:nvPr userDrawn="1"/>
          </p:nvCxnSpPr>
          <p:spPr>
            <a:xfrm>
              <a:off x="3302478" y="275867"/>
              <a:ext cx="0" cy="567843"/>
            </a:xfrm>
            <a:prstGeom prst="line">
              <a:avLst/>
            </a:prstGeom>
            <a:ln w="12700">
              <a:solidFill>
                <a:schemeClr val="bg1"/>
              </a:solidFill>
            </a:ln>
            <a:effectLst/>
          </p:spPr>
          <p:style>
            <a:lnRef idx="2">
              <a:schemeClr val="accent1"/>
            </a:lnRef>
            <a:fillRef idx="0">
              <a:schemeClr val="accent1"/>
            </a:fillRef>
            <a:effectRef idx="1">
              <a:schemeClr val="accent1"/>
            </a:effectRef>
            <a:fontRef idx="minor">
              <a:schemeClr val="tx1"/>
            </a:fontRef>
          </p:style>
        </p:cxnSp>
        <p:cxnSp>
          <p:nvCxnSpPr>
            <p:cNvPr id="27" name="Connettore 1 26"/>
            <p:cNvCxnSpPr/>
            <p:nvPr userDrawn="1"/>
          </p:nvCxnSpPr>
          <p:spPr>
            <a:xfrm>
              <a:off x="3451345" y="275867"/>
              <a:ext cx="0" cy="567843"/>
            </a:xfrm>
            <a:prstGeom prst="line">
              <a:avLst/>
            </a:prstGeom>
            <a:ln w="12700">
              <a:solidFill>
                <a:schemeClr val="bg1"/>
              </a:solidFill>
            </a:ln>
            <a:effectLst/>
          </p:spPr>
          <p:style>
            <a:lnRef idx="2">
              <a:schemeClr val="accent1"/>
            </a:lnRef>
            <a:fillRef idx="0">
              <a:schemeClr val="accent1"/>
            </a:fillRef>
            <a:effectRef idx="1">
              <a:schemeClr val="accent1"/>
            </a:effectRef>
            <a:fontRef idx="minor">
              <a:schemeClr val="tx1"/>
            </a:fontRef>
          </p:style>
        </p:cxnSp>
        <p:cxnSp>
          <p:nvCxnSpPr>
            <p:cNvPr id="28" name="Connettore 1 27"/>
            <p:cNvCxnSpPr/>
            <p:nvPr userDrawn="1"/>
          </p:nvCxnSpPr>
          <p:spPr>
            <a:xfrm>
              <a:off x="3600212" y="275867"/>
              <a:ext cx="0" cy="567843"/>
            </a:xfrm>
            <a:prstGeom prst="line">
              <a:avLst/>
            </a:prstGeom>
            <a:ln w="12700">
              <a:solidFill>
                <a:schemeClr val="bg1"/>
              </a:solidFill>
            </a:ln>
            <a:effectLst/>
          </p:spPr>
          <p:style>
            <a:lnRef idx="2">
              <a:schemeClr val="accent1"/>
            </a:lnRef>
            <a:fillRef idx="0">
              <a:schemeClr val="accent1"/>
            </a:fillRef>
            <a:effectRef idx="1">
              <a:schemeClr val="accent1"/>
            </a:effectRef>
            <a:fontRef idx="minor">
              <a:schemeClr val="tx1"/>
            </a:fontRef>
          </p:style>
        </p:cxnSp>
        <p:cxnSp>
          <p:nvCxnSpPr>
            <p:cNvPr id="29" name="Connettore 1 28"/>
            <p:cNvCxnSpPr/>
            <p:nvPr userDrawn="1"/>
          </p:nvCxnSpPr>
          <p:spPr>
            <a:xfrm>
              <a:off x="3749079" y="275867"/>
              <a:ext cx="0" cy="567843"/>
            </a:xfrm>
            <a:prstGeom prst="line">
              <a:avLst/>
            </a:prstGeom>
            <a:ln w="12700">
              <a:solidFill>
                <a:schemeClr val="bg1"/>
              </a:solidFill>
            </a:ln>
            <a:effectLst/>
          </p:spPr>
          <p:style>
            <a:lnRef idx="2">
              <a:schemeClr val="accent1"/>
            </a:lnRef>
            <a:fillRef idx="0">
              <a:schemeClr val="accent1"/>
            </a:fillRef>
            <a:effectRef idx="1">
              <a:schemeClr val="accent1"/>
            </a:effectRef>
            <a:fontRef idx="minor">
              <a:schemeClr val="tx1"/>
            </a:fontRef>
          </p:style>
        </p:cxnSp>
        <p:cxnSp>
          <p:nvCxnSpPr>
            <p:cNvPr id="30" name="Connettore 1 29"/>
            <p:cNvCxnSpPr/>
            <p:nvPr userDrawn="1"/>
          </p:nvCxnSpPr>
          <p:spPr>
            <a:xfrm>
              <a:off x="3897946" y="275867"/>
              <a:ext cx="0" cy="567843"/>
            </a:xfrm>
            <a:prstGeom prst="line">
              <a:avLst/>
            </a:prstGeom>
            <a:ln w="12700">
              <a:solidFill>
                <a:schemeClr val="bg1"/>
              </a:solidFill>
            </a:ln>
            <a:effectLst/>
          </p:spPr>
          <p:style>
            <a:lnRef idx="2">
              <a:schemeClr val="accent1"/>
            </a:lnRef>
            <a:fillRef idx="0">
              <a:schemeClr val="accent1"/>
            </a:fillRef>
            <a:effectRef idx="1">
              <a:schemeClr val="accent1"/>
            </a:effectRef>
            <a:fontRef idx="minor">
              <a:schemeClr val="tx1"/>
            </a:fontRef>
          </p:style>
        </p:cxnSp>
        <p:cxnSp>
          <p:nvCxnSpPr>
            <p:cNvPr id="31" name="Connettore 1 30"/>
            <p:cNvCxnSpPr/>
            <p:nvPr userDrawn="1"/>
          </p:nvCxnSpPr>
          <p:spPr>
            <a:xfrm>
              <a:off x="4046813" y="275867"/>
              <a:ext cx="0" cy="567843"/>
            </a:xfrm>
            <a:prstGeom prst="line">
              <a:avLst/>
            </a:prstGeom>
            <a:ln w="12700">
              <a:solidFill>
                <a:schemeClr val="bg1"/>
              </a:solidFill>
            </a:ln>
            <a:effectLst/>
          </p:spPr>
          <p:style>
            <a:lnRef idx="2">
              <a:schemeClr val="accent1"/>
            </a:lnRef>
            <a:fillRef idx="0">
              <a:schemeClr val="accent1"/>
            </a:fillRef>
            <a:effectRef idx="1">
              <a:schemeClr val="accent1"/>
            </a:effectRef>
            <a:fontRef idx="minor">
              <a:schemeClr val="tx1"/>
            </a:fontRef>
          </p:style>
        </p:cxnSp>
        <p:cxnSp>
          <p:nvCxnSpPr>
            <p:cNvPr id="32" name="Connettore 1 31"/>
            <p:cNvCxnSpPr/>
            <p:nvPr userDrawn="1"/>
          </p:nvCxnSpPr>
          <p:spPr>
            <a:xfrm>
              <a:off x="4195680" y="275867"/>
              <a:ext cx="0" cy="567843"/>
            </a:xfrm>
            <a:prstGeom prst="line">
              <a:avLst/>
            </a:prstGeom>
            <a:ln w="12700">
              <a:solidFill>
                <a:schemeClr val="bg1"/>
              </a:solidFill>
            </a:ln>
            <a:effectLst/>
          </p:spPr>
          <p:style>
            <a:lnRef idx="2">
              <a:schemeClr val="accent1"/>
            </a:lnRef>
            <a:fillRef idx="0">
              <a:schemeClr val="accent1"/>
            </a:fillRef>
            <a:effectRef idx="1">
              <a:schemeClr val="accent1"/>
            </a:effectRef>
            <a:fontRef idx="minor">
              <a:schemeClr val="tx1"/>
            </a:fontRef>
          </p:style>
        </p:cxnSp>
        <p:cxnSp>
          <p:nvCxnSpPr>
            <p:cNvPr id="33" name="Connettore 1 32"/>
            <p:cNvCxnSpPr/>
            <p:nvPr userDrawn="1"/>
          </p:nvCxnSpPr>
          <p:spPr>
            <a:xfrm>
              <a:off x="4344547" y="275867"/>
              <a:ext cx="0" cy="567843"/>
            </a:xfrm>
            <a:prstGeom prst="line">
              <a:avLst/>
            </a:prstGeom>
            <a:ln w="12700">
              <a:solidFill>
                <a:schemeClr val="bg1"/>
              </a:solidFill>
            </a:ln>
            <a:effectLst/>
          </p:spPr>
          <p:style>
            <a:lnRef idx="2">
              <a:schemeClr val="accent1"/>
            </a:lnRef>
            <a:fillRef idx="0">
              <a:schemeClr val="accent1"/>
            </a:fillRef>
            <a:effectRef idx="1">
              <a:schemeClr val="accent1"/>
            </a:effectRef>
            <a:fontRef idx="minor">
              <a:schemeClr val="tx1"/>
            </a:fontRef>
          </p:style>
        </p:cxnSp>
        <p:cxnSp>
          <p:nvCxnSpPr>
            <p:cNvPr id="34" name="Connettore 1 33"/>
            <p:cNvCxnSpPr/>
            <p:nvPr userDrawn="1"/>
          </p:nvCxnSpPr>
          <p:spPr>
            <a:xfrm>
              <a:off x="4493414" y="275867"/>
              <a:ext cx="0" cy="567843"/>
            </a:xfrm>
            <a:prstGeom prst="line">
              <a:avLst/>
            </a:prstGeom>
            <a:ln w="12700">
              <a:solidFill>
                <a:schemeClr val="bg1"/>
              </a:solidFill>
            </a:ln>
            <a:effectLst/>
          </p:spPr>
          <p:style>
            <a:lnRef idx="2">
              <a:schemeClr val="accent1"/>
            </a:lnRef>
            <a:fillRef idx="0">
              <a:schemeClr val="accent1"/>
            </a:fillRef>
            <a:effectRef idx="1">
              <a:schemeClr val="accent1"/>
            </a:effectRef>
            <a:fontRef idx="minor">
              <a:schemeClr val="tx1"/>
            </a:fontRef>
          </p:style>
        </p:cxnSp>
        <p:cxnSp>
          <p:nvCxnSpPr>
            <p:cNvPr id="35" name="Connettore 1 34"/>
            <p:cNvCxnSpPr/>
            <p:nvPr userDrawn="1"/>
          </p:nvCxnSpPr>
          <p:spPr>
            <a:xfrm>
              <a:off x="4642281" y="275867"/>
              <a:ext cx="0" cy="567843"/>
            </a:xfrm>
            <a:prstGeom prst="line">
              <a:avLst/>
            </a:prstGeom>
            <a:ln w="12700">
              <a:solidFill>
                <a:schemeClr val="bg1"/>
              </a:solidFill>
            </a:ln>
            <a:effectLst/>
          </p:spPr>
          <p:style>
            <a:lnRef idx="2">
              <a:schemeClr val="accent1"/>
            </a:lnRef>
            <a:fillRef idx="0">
              <a:schemeClr val="accent1"/>
            </a:fillRef>
            <a:effectRef idx="1">
              <a:schemeClr val="accent1"/>
            </a:effectRef>
            <a:fontRef idx="minor">
              <a:schemeClr val="tx1"/>
            </a:fontRef>
          </p:style>
        </p:cxnSp>
        <p:cxnSp>
          <p:nvCxnSpPr>
            <p:cNvPr id="36" name="Connettore 1 35"/>
            <p:cNvCxnSpPr/>
            <p:nvPr userDrawn="1"/>
          </p:nvCxnSpPr>
          <p:spPr>
            <a:xfrm>
              <a:off x="4791148" y="275867"/>
              <a:ext cx="0" cy="567843"/>
            </a:xfrm>
            <a:prstGeom prst="line">
              <a:avLst/>
            </a:prstGeom>
            <a:ln w="12700">
              <a:solidFill>
                <a:schemeClr val="bg1"/>
              </a:solidFill>
            </a:ln>
            <a:effectLst/>
          </p:spPr>
          <p:style>
            <a:lnRef idx="2">
              <a:schemeClr val="accent1"/>
            </a:lnRef>
            <a:fillRef idx="0">
              <a:schemeClr val="accent1"/>
            </a:fillRef>
            <a:effectRef idx="1">
              <a:schemeClr val="accent1"/>
            </a:effectRef>
            <a:fontRef idx="minor">
              <a:schemeClr val="tx1"/>
            </a:fontRef>
          </p:style>
        </p:cxnSp>
        <p:cxnSp>
          <p:nvCxnSpPr>
            <p:cNvPr id="37" name="Connettore 1 36"/>
            <p:cNvCxnSpPr/>
            <p:nvPr userDrawn="1"/>
          </p:nvCxnSpPr>
          <p:spPr>
            <a:xfrm>
              <a:off x="4940015" y="275867"/>
              <a:ext cx="0" cy="567843"/>
            </a:xfrm>
            <a:prstGeom prst="line">
              <a:avLst/>
            </a:prstGeom>
            <a:ln w="12700">
              <a:solidFill>
                <a:schemeClr val="bg1"/>
              </a:solidFill>
            </a:ln>
            <a:effectLst/>
          </p:spPr>
          <p:style>
            <a:lnRef idx="2">
              <a:schemeClr val="accent1"/>
            </a:lnRef>
            <a:fillRef idx="0">
              <a:schemeClr val="accent1"/>
            </a:fillRef>
            <a:effectRef idx="1">
              <a:schemeClr val="accent1"/>
            </a:effectRef>
            <a:fontRef idx="minor">
              <a:schemeClr val="tx1"/>
            </a:fontRef>
          </p:style>
        </p:cxnSp>
        <p:cxnSp>
          <p:nvCxnSpPr>
            <p:cNvPr id="38" name="Connettore 1 37"/>
            <p:cNvCxnSpPr/>
            <p:nvPr userDrawn="1"/>
          </p:nvCxnSpPr>
          <p:spPr>
            <a:xfrm>
              <a:off x="5088882" y="275867"/>
              <a:ext cx="0" cy="567843"/>
            </a:xfrm>
            <a:prstGeom prst="line">
              <a:avLst/>
            </a:prstGeom>
            <a:ln w="12700">
              <a:solidFill>
                <a:schemeClr val="bg1"/>
              </a:solidFill>
            </a:ln>
            <a:effectLst/>
          </p:spPr>
          <p:style>
            <a:lnRef idx="2">
              <a:schemeClr val="accent1"/>
            </a:lnRef>
            <a:fillRef idx="0">
              <a:schemeClr val="accent1"/>
            </a:fillRef>
            <a:effectRef idx="1">
              <a:schemeClr val="accent1"/>
            </a:effectRef>
            <a:fontRef idx="minor">
              <a:schemeClr val="tx1"/>
            </a:fontRef>
          </p:style>
        </p:cxnSp>
        <p:cxnSp>
          <p:nvCxnSpPr>
            <p:cNvPr id="39" name="Connettore 1 38"/>
            <p:cNvCxnSpPr/>
            <p:nvPr userDrawn="1"/>
          </p:nvCxnSpPr>
          <p:spPr>
            <a:xfrm>
              <a:off x="5237749" y="275867"/>
              <a:ext cx="0" cy="567843"/>
            </a:xfrm>
            <a:prstGeom prst="line">
              <a:avLst/>
            </a:prstGeom>
            <a:ln w="12700">
              <a:solidFill>
                <a:schemeClr val="bg1"/>
              </a:solidFill>
            </a:ln>
            <a:effectLst/>
          </p:spPr>
          <p:style>
            <a:lnRef idx="2">
              <a:schemeClr val="accent1"/>
            </a:lnRef>
            <a:fillRef idx="0">
              <a:schemeClr val="accent1"/>
            </a:fillRef>
            <a:effectRef idx="1">
              <a:schemeClr val="accent1"/>
            </a:effectRef>
            <a:fontRef idx="minor">
              <a:schemeClr val="tx1"/>
            </a:fontRef>
          </p:style>
        </p:cxnSp>
        <p:cxnSp>
          <p:nvCxnSpPr>
            <p:cNvPr id="40" name="Connettore 1 39"/>
            <p:cNvCxnSpPr/>
            <p:nvPr userDrawn="1"/>
          </p:nvCxnSpPr>
          <p:spPr>
            <a:xfrm>
              <a:off x="5386616" y="275867"/>
              <a:ext cx="0" cy="567843"/>
            </a:xfrm>
            <a:prstGeom prst="line">
              <a:avLst/>
            </a:prstGeom>
            <a:ln w="12700">
              <a:solidFill>
                <a:schemeClr val="bg1"/>
              </a:solidFill>
            </a:ln>
            <a:effectLst/>
          </p:spPr>
          <p:style>
            <a:lnRef idx="2">
              <a:schemeClr val="accent1"/>
            </a:lnRef>
            <a:fillRef idx="0">
              <a:schemeClr val="accent1"/>
            </a:fillRef>
            <a:effectRef idx="1">
              <a:schemeClr val="accent1"/>
            </a:effectRef>
            <a:fontRef idx="minor">
              <a:schemeClr val="tx1"/>
            </a:fontRef>
          </p:style>
        </p:cxnSp>
        <p:cxnSp>
          <p:nvCxnSpPr>
            <p:cNvPr id="41" name="Connettore 1 40"/>
            <p:cNvCxnSpPr/>
            <p:nvPr userDrawn="1"/>
          </p:nvCxnSpPr>
          <p:spPr>
            <a:xfrm>
              <a:off x="5535483" y="275867"/>
              <a:ext cx="0" cy="567843"/>
            </a:xfrm>
            <a:prstGeom prst="line">
              <a:avLst/>
            </a:prstGeom>
            <a:ln w="12700">
              <a:solidFill>
                <a:schemeClr val="bg1"/>
              </a:solidFill>
            </a:ln>
            <a:effectLst/>
          </p:spPr>
          <p:style>
            <a:lnRef idx="2">
              <a:schemeClr val="accent1"/>
            </a:lnRef>
            <a:fillRef idx="0">
              <a:schemeClr val="accent1"/>
            </a:fillRef>
            <a:effectRef idx="1">
              <a:schemeClr val="accent1"/>
            </a:effectRef>
            <a:fontRef idx="minor">
              <a:schemeClr val="tx1"/>
            </a:fontRef>
          </p:style>
        </p:cxnSp>
        <p:cxnSp>
          <p:nvCxnSpPr>
            <p:cNvPr id="42" name="Connettore 1 41"/>
            <p:cNvCxnSpPr/>
            <p:nvPr userDrawn="1"/>
          </p:nvCxnSpPr>
          <p:spPr>
            <a:xfrm>
              <a:off x="5684350" y="275867"/>
              <a:ext cx="0" cy="567843"/>
            </a:xfrm>
            <a:prstGeom prst="line">
              <a:avLst/>
            </a:prstGeom>
            <a:ln w="12700">
              <a:solidFill>
                <a:schemeClr val="bg1"/>
              </a:solidFill>
            </a:ln>
            <a:effectLst/>
          </p:spPr>
          <p:style>
            <a:lnRef idx="2">
              <a:schemeClr val="accent1"/>
            </a:lnRef>
            <a:fillRef idx="0">
              <a:schemeClr val="accent1"/>
            </a:fillRef>
            <a:effectRef idx="1">
              <a:schemeClr val="accent1"/>
            </a:effectRef>
            <a:fontRef idx="minor">
              <a:schemeClr val="tx1"/>
            </a:fontRef>
          </p:style>
        </p:cxnSp>
        <p:cxnSp>
          <p:nvCxnSpPr>
            <p:cNvPr id="43" name="Connettore 1 42"/>
            <p:cNvCxnSpPr/>
            <p:nvPr userDrawn="1"/>
          </p:nvCxnSpPr>
          <p:spPr>
            <a:xfrm>
              <a:off x="5833217" y="275867"/>
              <a:ext cx="0" cy="567843"/>
            </a:xfrm>
            <a:prstGeom prst="line">
              <a:avLst/>
            </a:prstGeom>
            <a:ln w="12700">
              <a:solidFill>
                <a:schemeClr val="bg1"/>
              </a:solidFill>
            </a:ln>
            <a:effectLst/>
          </p:spPr>
          <p:style>
            <a:lnRef idx="2">
              <a:schemeClr val="accent1"/>
            </a:lnRef>
            <a:fillRef idx="0">
              <a:schemeClr val="accent1"/>
            </a:fillRef>
            <a:effectRef idx="1">
              <a:schemeClr val="accent1"/>
            </a:effectRef>
            <a:fontRef idx="minor">
              <a:schemeClr val="tx1"/>
            </a:fontRef>
          </p:style>
        </p:cxnSp>
        <p:cxnSp>
          <p:nvCxnSpPr>
            <p:cNvPr id="44" name="Connettore 1 43"/>
            <p:cNvCxnSpPr/>
            <p:nvPr userDrawn="1"/>
          </p:nvCxnSpPr>
          <p:spPr>
            <a:xfrm>
              <a:off x="5982084" y="275867"/>
              <a:ext cx="0" cy="567843"/>
            </a:xfrm>
            <a:prstGeom prst="line">
              <a:avLst/>
            </a:prstGeom>
            <a:ln w="12700">
              <a:solidFill>
                <a:schemeClr val="bg1"/>
              </a:solidFill>
            </a:ln>
            <a:effectLst/>
          </p:spPr>
          <p:style>
            <a:lnRef idx="2">
              <a:schemeClr val="accent1"/>
            </a:lnRef>
            <a:fillRef idx="0">
              <a:schemeClr val="accent1"/>
            </a:fillRef>
            <a:effectRef idx="1">
              <a:schemeClr val="accent1"/>
            </a:effectRef>
            <a:fontRef idx="minor">
              <a:schemeClr val="tx1"/>
            </a:fontRef>
          </p:style>
        </p:cxnSp>
        <p:cxnSp>
          <p:nvCxnSpPr>
            <p:cNvPr id="45" name="Connettore 1 44"/>
            <p:cNvCxnSpPr/>
            <p:nvPr userDrawn="1"/>
          </p:nvCxnSpPr>
          <p:spPr>
            <a:xfrm>
              <a:off x="6130951" y="275867"/>
              <a:ext cx="0" cy="567843"/>
            </a:xfrm>
            <a:prstGeom prst="line">
              <a:avLst/>
            </a:prstGeom>
            <a:ln w="12700">
              <a:solidFill>
                <a:schemeClr val="bg1"/>
              </a:solidFill>
            </a:ln>
            <a:effectLst/>
          </p:spPr>
          <p:style>
            <a:lnRef idx="2">
              <a:schemeClr val="accent1"/>
            </a:lnRef>
            <a:fillRef idx="0">
              <a:schemeClr val="accent1"/>
            </a:fillRef>
            <a:effectRef idx="1">
              <a:schemeClr val="accent1"/>
            </a:effectRef>
            <a:fontRef idx="minor">
              <a:schemeClr val="tx1"/>
            </a:fontRef>
          </p:style>
        </p:cxnSp>
        <p:cxnSp>
          <p:nvCxnSpPr>
            <p:cNvPr id="46" name="Connettore 1 45"/>
            <p:cNvCxnSpPr/>
            <p:nvPr userDrawn="1"/>
          </p:nvCxnSpPr>
          <p:spPr>
            <a:xfrm>
              <a:off x="6279818" y="275867"/>
              <a:ext cx="0" cy="567843"/>
            </a:xfrm>
            <a:prstGeom prst="line">
              <a:avLst/>
            </a:prstGeom>
            <a:ln w="12700">
              <a:solidFill>
                <a:schemeClr val="bg1"/>
              </a:solidFill>
            </a:ln>
            <a:effectLst/>
          </p:spPr>
          <p:style>
            <a:lnRef idx="2">
              <a:schemeClr val="accent1"/>
            </a:lnRef>
            <a:fillRef idx="0">
              <a:schemeClr val="accent1"/>
            </a:fillRef>
            <a:effectRef idx="1">
              <a:schemeClr val="accent1"/>
            </a:effectRef>
            <a:fontRef idx="minor">
              <a:schemeClr val="tx1"/>
            </a:fontRef>
          </p:style>
        </p:cxnSp>
        <p:cxnSp>
          <p:nvCxnSpPr>
            <p:cNvPr id="47" name="Connettore 1 46"/>
            <p:cNvCxnSpPr/>
            <p:nvPr userDrawn="1"/>
          </p:nvCxnSpPr>
          <p:spPr>
            <a:xfrm>
              <a:off x="6428685" y="275867"/>
              <a:ext cx="0" cy="567843"/>
            </a:xfrm>
            <a:prstGeom prst="line">
              <a:avLst/>
            </a:prstGeom>
            <a:ln w="12700">
              <a:solidFill>
                <a:schemeClr val="bg1"/>
              </a:solidFill>
            </a:ln>
            <a:effectLst/>
          </p:spPr>
          <p:style>
            <a:lnRef idx="2">
              <a:schemeClr val="accent1"/>
            </a:lnRef>
            <a:fillRef idx="0">
              <a:schemeClr val="accent1"/>
            </a:fillRef>
            <a:effectRef idx="1">
              <a:schemeClr val="accent1"/>
            </a:effectRef>
            <a:fontRef idx="minor">
              <a:schemeClr val="tx1"/>
            </a:fontRef>
          </p:style>
        </p:cxnSp>
        <p:cxnSp>
          <p:nvCxnSpPr>
            <p:cNvPr id="48" name="Connettore 1 47"/>
            <p:cNvCxnSpPr/>
            <p:nvPr userDrawn="1"/>
          </p:nvCxnSpPr>
          <p:spPr>
            <a:xfrm>
              <a:off x="6577552" y="275867"/>
              <a:ext cx="0" cy="567843"/>
            </a:xfrm>
            <a:prstGeom prst="line">
              <a:avLst/>
            </a:prstGeom>
            <a:ln w="12700">
              <a:solidFill>
                <a:schemeClr val="bg1"/>
              </a:solidFill>
            </a:ln>
            <a:effectLst/>
          </p:spPr>
          <p:style>
            <a:lnRef idx="2">
              <a:schemeClr val="accent1"/>
            </a:lnRef>
            <a:fillRef idx="0">
              <a:schemeClr val="accent1"/>
            </a:fillRef>
            <a:effectRef idx="1">
              <a:schemeClr val="accent1"/>
            </a:effectRef>
            <a:fontRef idx="minor">
              <a:schemeClr val="tx1"/>
            </a:fontRef>
          </p:style>
        </p:cxnSp>
        <p:cxnSp>
          <p:nvCxnSpPr>
            <p:cNvPr id="49" name="Connettore 1 48"/>
            <p:cNvCxnSpPr/>
            <p:nvPr userDrawn="1"/>
          </p:nvCxnSpPr>
          <p:spPr>
            <a:xfrm>
              <a:off x="6726419" y="275867"/>
              <a:ext cx="0" cy="567843"/>
            </a:xfrm>
            <a:prstGeom prst="line">
              <a:avLst/>
            </a:prstGeom>
            <a:ln w="12700">
              <a:solidFill>
                <a:schemeClr val="bg1"/>
              </a:solidFill>
            </a:ln>
            <a:effectLst/>
          </p:spPr>
          <p:style>
            <a:lnRef idx="2">
              <a:schemeClr val="accent1"/>
            </a:lnRef>
            <a:fillRef idx="0">
              <a:schemeClr val="accent1"/>
            </a:fillRef>
            <a:effectRef idx="1">
              <a:schemeClr val="accent1"/>
            </a:effectRef>
            <a:fontRef idx="minor">
              <a:schemeClr val="tx1"/>
            </a:fontRef>
          </p:style>
        </p:cxnSp>
        <p:cxnSp>
          <p:nvCxnSpPr>
            <p:cNvPr id="50" name="Connettore 1 49"/>
            <p:cNvCxnSpPr/>
            <p:nvPr userDrawn="1"/>
          </p:nvCxnSpPr>
          <p:spPr>
            <a:xfrm>
              <a:off x="6875286" y="275867"/>
              <a:ext cx="0" cy="567843"/>
            </a:xfrm>
            <a:prstGeom prst="line">
              <a:avLst/>
            </a:prstGeom>
            <a:ln w="12700">
              <a:solidFill>
                <a:schemeClr val="bg1"/>
              </a:solidFill>
            </a:ln>
            <a:effectLst/>
          </p:spPr>
          <p:style>
            <a:lnRef idx="2">
              <a:schemeClr val="accent1"/>
            </a:lnRef>
            <a:fillRef idx="0">
              <a:schemeClr val="accent1"/>
            </a:fillRef>
            <a:effectRef idx="1">
              <a:schemeClr val="accent1"/>
            </a:effectRef>
            <a:fontRef idx="minor">
              <a:schemeClr val="tx1"/>
            </a:fontRef>
          </p:style>
        </p:cxnSp>
        <p:cxnSp>
          <p:nvCxnSpPr>
            <p:cNvPr id="51" name="Connettore 1 50"/>
            <p:cNvCxnSpPr/>
            <p:nvPr userDrawn="1"/>
          </p:nvCxnSpPr>
          <p:spPr>
            <a:xfrm>
              <a:off x="7024153" y="275867"/>
              <a:ext cx="0" cy="567843"/>
            </a:xfrm>
            <a:prstGeom prst="line">
              <a:avLst/>
            </a:prstGeom>
            <a:ln w="12700">
              <a:solidFill>
                <a:schemeClr val="bg1"/>
              </a:solidFill>
            </a:ln>
            <a:effectLst/>
          </p:spPr>
          <p:style>
            <a:lnRef idx="2">
              <a:schemeClr val="accent1"/>
            </a:lnRef>
            <a:fillRef idx="0">
              <a:schemeClr val="accent1"/>
            </a:fillRef>
            <a:effectRef idx="1">
              <a:schemeClr val="accent1"/>
            </a:effectRef>
            <a:fontRef idx="minor">
              <a:schemeClr val="tx1"/>
            </a:fontRef>
          </p:style>
        </p:cxnSp>
        <p:cxnSp>
          <p:nvCxnSpPr>
            <p:cNvPr id="52" name="Connettore 1 51"/>
            <p:cNvCxnSpPr/>
            <p:nvPr userDrawn="1"/>
          </p:nvCxnSpPr>
          <p:spPr>
            <a:xfrm>
              <a:off x="7173020" y="275867"/>
              <a:ext cx="0" cy="567843"/>
            </a:xfrm>
            <a:prstGeom prst="line">
              <a:avLst/>
            </a:prstGeom>
            <a:ln w="12700">
              <a:solidFill>
                <a:schemeClr val="bg1"/>
              </a:solidFill>
            </a:ln>
            <a:effectLst/>
          </p:spPr>
          <p:style>
            <a:lnRef idx="2">
              <a:schemeClr val="accent1"/>
            </a:lnRef>
            <a:fillRef idx="0">
              <a:schemeClr val="accent1"/>
            </a:fillRef>
            <a:effectRef idx="1">
              <a:schemeClr val="accent1"/>
            </a:effectRef>
            <a:fontRef idx="minor">
              <a:schemeClr val="tx1"/>
            </a:fontRef>
          </p:style>
        </p:cxnSp>
        <p:cxnSp>
          <p:nvCxnSpPr>
            <p:cNvPr id="53" name="Connettore 1 52"/>
            <p:cNvCxnSpPr/>
            <p:nvPr userDrawn="1"/>
          </p:nvCxnSpPr>
          <p:spPr>
            <a:xfrm>
              <a:off x="7321887" y="275867"/>
              <a:ext cx="0" cy="567843"/>
            </a:xfrm>
            <a:prstGeom prst="line">
              <a:avLst/>
            </a:prstGeom>
            <a:ln w="12700">
              <a:solidFill>
                <a:schemeClr val="bg1"/>
              </a:solidFill>
            </a:ln>
            <a:effectLst/>
          </p:spPr>
          <p:style>
            <a:lnRef idx="2">
              <a:schemeClr val="accent1"/>
            </a:lnRef>
            <a:fillRef idx="0">
              <a:schemeClr val="accent1"/>
            </a:fillRef>
            <a:effectRef idx="1">
              <a:schemeClr val="accent1"/>
            </a:effectRef>
            <a:fontRef idx="minor">
              <a:schemeClr val="tx1"/>
            </a:fontRef>
          </p:style>
        </p:cxnSp>
        <p:cxnSp>
          <p:nvCxnSpPr>
            <p:cNvPr id="54" name="Connettore 1 53"/>
            <p:cNvCxnSpPr/>
            <p:nvPr userDrawn="1"/>
          </p:nvCxnSpPr>
          <p:spPr>
            <a:xfrm>
              <a:off x="7470754" y="275867"/>
              <a:ext cx="0" cy="567843"/>
            </a:xfrm>
            <a:prstGeom prst="line">
              <a:avLst/>
            </a:prstGeom>
            <a:ln w="12700">
              <a:solidFill>
                <a:schemeClr val="bg1"/>
              </a:solidFill>
            </a:ln>
            <a:effectLst/>
          </p:spPr>
          <p:style>
            <a:lnRef idx="2">
              <a:schemeClr val="accent1"/>
            </a:lnRef>
            <a:fillRef idx="0">
              <a:schemeClr val="accent1"/>
            </a:fillRef>
            <a:effectRef idx="1">
              <a:schemeClr val="accent1"/>
            </a:effectRef>
            <a:fontRef idx="minor">
              <a:schemeClr val="tx1"/>
            </a:fontRef>
          </p:style>
        </p:cxnSp>
        <p:cxnSp>
          <p:nvCxnSpPr>
            <p:cNvPr id="55" name="Connettore 1 54"/>
            <p:cNvCxnSpPr/>
            <p:nvPr userDrawn="1"/>
          </p:nvCxnSpPr>
          <p:spPr>
            <a:xfrm>
              <a:off x="7619621" y="275867"/>
              <a:ext cx="0" cy="567843"/>
            </a:xfrm>
            <a:prstGeom prst="line">
              <a:avLst/>
            </a:prstGeom>
            <a:ln w="12700">
              <a:solidFill>
                <a:schemeClr val="bg1"/>
              </a:solidFill>
            </a:ln>
            <a:effectLst/>
          </p:spPr>
          <p:style>
            <a:lnRef idx="2">
              <a:schemeClr val="accent1"/>
            </a:lnRef>
            <a:fillRef idx="0">
              <a:schemeClr val="accent1"/>
            </a:fillRef>
            <a:effectRef idx="1">
              <a:schemeClr val="accent1"/>
            </a:effectRef>
            <a:fontRef idx="minor">
              <a:schemeClr val="tx1"/>
            </a:fontRef>
          </p:style>
        </p:cxnSp>
        <p:cxnSp>
          <p:nvCxnSpPr>
            <p:cNvPr id="56" name="Connettore 1 55"/>
            <p:cNvCxnSpPr/>
            <p:nvPr userDrawn="1"/>
          </p:nvCxnSpPr>
          <p:spPr>
            <a:xfrm>
              <a:off x="7768488" y="275867"/>
              <a:ext cx="0" cy="567843"/>
            </a:xfrm>
            <a:prstGeom prst="line">
              <a:avLst/>
            </a:prstGeom>
            <a:ln w="12700">
              <a:solidFill>
                <a:schemeClr val="bg1"/>
              </a:solidFill>
            </a:ln>
            <a:effectLst/>
          </p:spPr>
          <p:style>
            <a:lnRef idx="2">
              <a:schemeClr val="accent1"/>
            </a:lnRef>
            <a:fillRef idx="0">
              <a:schemeClr val="accent1"/>
            </a:fillRef>
            <a:effectRef idx="1">
              <a:schemeClr val="accent1"/>
            </a:effectRef>
            <a:fontRef idx="minor">
              <a:schemeClr val="tx1"/>
            </a:fontRef>
          </p:style>
        </p:cxnSp>
        <p:cxnSp>
          <p:nvCxnSpPr>
            <p:cNvPr id="57" name="Connettore 1 56"/>
            <p:cNvCxnSpPr/>
            <p:nvPr userDrawn="1"/>
          </p:nvCxnSpPr>
          <p:spPr>
            <a:xfrm>
              <a:off x="7917355" y="275867"/>
              <a:ext cx="0" cy="567843"/>
            </a:xfrm>
            <a:prstGeom prst="line">
              <a:avLst/>
            </a:prstGeom>
            <a:ln w="12700">
              <a:solidFill>
                <a:schemeClr val="bg1"/>
              </a:solidFill>
            </a:ln>
            <a:effectLst/>
          </p:spPr>
          <p:style>
            <a:lnRef idx="2">
              <a:schemeClr val="accent1"/>
            </a:lnRef>
            <a:fillRef idx="0">
              <a:schemeClr val="accent1"/>
            </a:fillRef>
            <a:effectRef idx="1">
              <a:schemeClr val="accent1"/>
            </a:effectRef>
            <a:fontRef idx="minor">
              <a:schemeClr val="tx1"/>
            </a:fontRef>
          </p:style>
        </p:cxnSp>
        <p:cxnSp>
          <p:nvCxnSpPr>
            <p:cNvPr id="58" name="Connettore 1 57"/>
            <p:cNvCxnSpPr/>
            <p:nvPr userDrawn="1"/>
          </p:nvCxnSpPr>
          <p:spPr>
            <a:xfrm>
              <a:off x="8066222" y="275867"/>
              <a:ext cx="0" cy="567843"/>
            </a:xfrm>
            <a:prstGeom prst="line">
              <a:avLst/>
            </a:prstGeom>
            <a:ln w="12700">
              <a:solidFill>
                <a:schemeClr val="bg1"/>
              </a:solidFill>
            </a:ln>
            <a:effectLst/>
          </p:spPr>
          <p:style>
            <a:lnRef idx="2">
              <a:schemeClr val="accent1"/>
            </a:lnRef>
            <a:fillRef idx="0">
              <a:schemeClr val="accent1"/>
            </a:fillRef>
            <a:effectRef idx="1">
              <a:schemeClr val="accent1"/>
            </a:effectRef>
            <a:fontRef idx="minor">
              <a:schemeClr val="tx1"/>
            </a:fontRef>
          </p:style>
        </p:cxnSp>
        <p:cxnSp>
          <p:nvCxnSpPr>
            <p:cNvPr id="59" name="Connettore 1 58"/>
            <p:cNvCxnSpPr/>
            <p:nvPr userDrawn="1"/>
          </p:nvCxnSpPr>
          <p:spPr>
            <a:xfrm>
              <a:off x="8215089" y="275867"/>
              <a:ext cx="0" cy="567843"/>
            </a:xfrm>
            <a:prstGeom prst="line">
              <a:avLst/>
            </a:prstGeom>
            <a:ln w="12700">
              <a:solidFill>
                <a:schemeClr val="bg1"/>
              </a:solidFill>
            </a:ln>
            <a:effectLst/>
          </p:spPr>
          <p:style>
            <a:lnRef idx="2">
              <a:schemeClr val="accent1"/>
            </a:lnRef>
            <a:fillRef idx="0">
              <a:schemeClr val="accent1"/>
            </a:fillRef>
            <a:effectRef idx="1">
              <a:schemeClr val="accent1"/>
            </a:effectRef>
            <a:fontRef idx="minor">
              <a:schemeClr val="tx1"/>
            </a:fontRef>
          </p:style>
        </p:cxnSp>
        <p:cxnSp>
          <p:nvCxnSpPr>
            <p:cNvPr id="60" name="Connettore 1 59"/>
            <p:cNvCxnSpPr/>
            <p:nvPr userDrawn="1"/>
          </p:nvCxnSpPr>
          <p:spPr>
            <a:xfrm>
              <a:off x="8363956" y="275867"/>
              <a:ext cx="0" cy="567843"/>
            </a:xfrm>
            <a:prstGeom prst="line">
              <a:avLst/>
            </a:prstGeom>
            <a:ln w="12700">
              <a:solidFill>
                <a:schemeClr val="bg1"/>
              </a:solidFill>
            </a:ln>
            <a:effectLst/>
          </p:spPr>
          <p:style>
            <a:lnRef idx="2">
              <a:schemeClr val="accent1"/>
            </a:lnRef>
            <a:fillRef idx="0">
              <a:schemeClr val="accent1"/>
            </a:fillRef>
            <a:effectRef idx="1">
              <a:schemeClr val="accent1"/>
            </a:effectRef>
            <a:fontRef idx="minor">
              <a:schemeClr val="tx1"/>
            </a:fontRef>
          </p:style>
        </p:cxnSp>
        <p:cxnSp>
          <p:nvCxnSpPr>
            <p:cNvPr id="61" name="Connettore 1 60"/>
            <p:cNvCxnSpPr/>
            <p:nvPr userDrawn="1"/>
          </p:nvCxnSpPr>
          <p:spPr>
            <a:xfrm>
              <a:off x="8512823" y="275867"/>
              <a:ext cx="0" cy="567843"/>
            </a:xfrm>
            <a:prstGeom prst="line">
              <a:avLst/>
            </a:prstGeom>
            <a:ln w="12700">
              <a:solidFill>
                <a:schemeClr val="bg1"/>
              </a:solidFill>
            </a:ln>
            <a:effectLst/>
          </p:spPr>
          <p:style>
            <a:lnRef idx="2">
              <a:schemeClr val="accent1"/>
            </a:lnRef>
            <a:fillRef idx="0">
              <a:schemeClr val="accent1"/>
            </a:fillRef>
            <a:effectRef idx="1">
              <a:schemeClr val="accent1"/>
            </a:effectRef>
            <a:fontRef idx="minor">
              <a:schemeClr val="tx1"/>
            </a:fontRef>
          </p:style>
        </p:cxnSp>
        <p:cxnSp>
          <p:nvCxnSpPr>
            <p:cNvPr id="62" name="Connettore 1 61"/>
            <p:cNvCxnSpPr/>
            <p:nvPr userDrawn="1"/>
          </p:nvCxnSpPr>
          <p:spPr>
            <a:xfrm>
              <a:off x="8661690" y="275867"/>
              <a:ext cx="0" cy="567843"/>
            </a:xfrm>
            <a:prstGeom prst="line">
              <a:avLst/>
            </a:prstGeom>
            <a:ln w="12700">
              <a:solidFill>
                <a:schemeClr val="bg1"/>
              </a:solidFill>
            </a:ln>
            <a:effectLst/>
          </p:spPr>
          <p:style>
            <a:lnRef idx="2">
              <a:schemeClr val="accent1"/>
            </a:lnRef>
            <a:fillRef idx="0">
              <a:schemeClr val="accent1"/>
            </a:fillRef>
            <a:effectRef idx="1">
              <a:schemeClr val="accent1"/>
            </a:effectRef>
            <a:fontRef idx="minor">
              <a:schemeClr val="tx1"/>
            </a:fontRef>
          </p:style>
        </p:cxnSp>
        <p:cxnSp>
          <p:nvCxnSpPr>
            <p:cNvPr id="63" name="Connettore 1 62"/>
            <p:cNvCxnSpPr/>
            <p:nvPr userDrawn="1"/>
          </p:nvCxnSpPr>
          <p:spPr>
            <a:xfrm>
              <a:off x="8810557" y="275867"/>
              <a:ext cx="0" cy="567843"/>
            </a:xfrm>
            <a:prstGeom prst="line">
              <a:avLst/>
            </a:prstGeom>
            <a:ln w="12700">
              <a:solidFill>
                <a:schemeClr val="bg1"/>
              </a:solidFill>
            </a:ln>
            <a:effectLst/>
          </p:spPr>
          <p:style>
            <a:lnRef idx="2">
              <a:schemeClr val="accent1"/>
            </a:lnRef>
            <a:fillRef idx="0">
              <a:schemeClr val="accent1"/>
            </a:fillRef>
            <a:effectRef idx="1">
              <a:schemeClr val="accent1"/>
            </a:effectRef>
            <a:fontRef idx="minor">
              <a:schemeClr val="tx1"/>
            </a:fontRef>
          </p:style>
        </p:cxnSp>
        <p:cxnSp>
          <p:nvCxnSpPr>
            <p:cNvPr id="64" name="Connettore 1 63"/>
            <p:cNvCxnSpPr/>
            <p:nvPr userDrawn="1"/>
          </p:nvCxnSpPr>
          <p:spPr>
            <a:xfrm>
              <a:off x="8959424" y="275867"/>
              <a:ext cx="0" cy="567843"/>
            </a:xfrm>
            <a:prstGeom prst="line">
              <a:avLst/>
            </a:prstGeom>
            <a:ln w="12700">
              <a:solidFill>
                <a:schemeClr val="bg1"/>
              </a:solidFill>
            </a:ln>
            <a:effectLst/>
          </p:spPr>
          <p:style>
            <a:lnRef idx="2">
              <a:schemeClr val="accent1"/>
            </a:lnRef>
            <a:fillRef idx="0">
              <a:schemeClr val="accent1"/>
            </a:fillRef>
            <a:effectRef idx="1">
              <a:schemeClr val="accent1"/>
            </a:effectRef>
            <a:fontRef idx="minor">
              <a:schemeClr val="tx1"/>
            </a:fontRef>
          </p:style>
        </p:cxnSp>
        <p:cxnSp>
          <p:nvCxnSpPr>
            <p:cNvPr id="65" name="Connettore 1 64"/>
            <p:cNvCxnSpPr/>
            <p:nvPr userDrawn="1"/>
          </p:nvCxnSpPr>
          <p:spPr>
            <a:xfrm>
              <a:off x="9108291" y="275867"/>
              <a:ext cx="0" cy="567843"/>
            </a:xfrm>
            <a:prstGeom prst="line">
              <a:avLst/>
            </a:prstGeom>
            <a:ln w="12700">
              <a:solidFill>
                <a:schemeClr val="bg1"/>
              </a:solidFill>
            </a:ln>
            <a:effectLst/>
          </p:spPr>
          <p:style>
            <a:lnRef idx="2">
              <a:schemeClr val="accent1"/>
            </a:lnRef>
            <a:fillRef idx="0">
              <a:schemeClr val="accent1"/>
            </a:fillRef>
            <a:effectRef idx="1">
              <a:schemeClr val="accent1"/>
            </a:effectRef>
            <a:fontRef idx="minor">
              <a:schemeClr val="tx1"/>
            </a:fontRef>
          </p:style>
        </p:cxnSp>
        <p:cxnSp>
          <p:nvCxnSpPr>
            <p:cNvPr id="66" name="Connettore 1 65"/>
            <p:cNvCxnSpPr/>
            <p:nvPr userDrawn="1"/>
          </p:nvCxnSpPr>
          <p:spPr>
            <a:xfrm>
              <a:off x="9257158" y="275867"/>
              <a:ext cx="0" cy="567843"/>
            </a:xfrm>
            <a:prstGeom prst="line">
              <a:avLst/>
            </a:prstGeom>
            <a:ln w="12700">
              <a:solidFill>
                <a:schemeClr val="bg1"/>
              </a:solidFill>
            </a:ln>
            <a:effectLst/>
          </p:spPr>
          <p:style>
            <a:lnRef idx="2">
              <a:schemeClr val="accent1"/>
            </a:lnRef>
            <a:fillRef idx="0">
              <a:schemeClr val="accent1"/>
            </a:fillRef>
            <a:effectRef idx="1">
              <a:schemeClr val="accent1"/>
            </a:effectRef>
            <a:fontRef idx="minor">
              <a:schemeClr val="tx1"/>
            </a:fontRef>
          </p:style>
        </p:cxnSp>
        <p:cxnSp>
          <p:nvCxnSpPr>
            <p:cNvPr id="67" name="Connettore 1 66"/>
            <p:cNvCxnSpPr/>
            <p:nvPr userDrawn="1"/>
          </p:nvCxnSpPr>
          <p:spPr>
            <a:xfrm>
              <a:off x="9406025" y="275867"/>
              <a:ext cx="0" cy="567843"/>
            </a:xfrm>
            <a:prstGeom prst="line">
              <a:avLst/>
            </a:prstGeom>
            <a:ln w="12700">
              <a:solidFill>
                <a:schemeClr val="bg1"/>
              </a:solidFill>
            </a:ln>
            <a:effectLst/>
          </p:spPr>
          <p:style>
            <a:lnRef idx="2">
              <a:schemeClr val="accent1"/>
            </a:lnRef>
            <a:fillRef idx="0">
              <a:schemeClr val="accent1"/>
            </a:fillRef>
            <a:effectRef idx="1">
              <a:schemeClr val="accent1"/>
            </a:effectRef>
            <a:fontRef idx="minor">
              <a:schemeClr val="tx1"/>
            </a:fontRef>
          </p:style>
        </p:cxnSp>
        <p:cxnSp>
          <p:nvCxnSpPr>
            <p:cNvPr id="68" name="Connettore 1 67"/>
            <p:cNvCxnSpPr/>
            <p:nvPr userDrawn="1"/>
          </p:nvCxnSpPr>
          <p:spPr>
            <a:xfrm>
              <a:off x="9554892" y="275867"/>
              <a:ext cx="0" cy="567843"/>
            </a:xfrm>
            <a:prstGeom prst="line">
              <a:avLst/>
            </a:prstGeom>
            <a:ln w="12700">
              <a:solidFill>
                <a:schemeClr val="bg1"/>
              </a:solidFill>
            </a:ln>
            <a:effectLst/>
          </p:spPr>
          <p:style>
            <a:lnRef idx="2">
              <a:schemeClr val="accent1"/>
            </a:lnRef>
            <a:fillRef idx="0">
              <a:schemeClr val="accent1"/>
            </a:fillRef>
            <a:effectRef idx="1">
              <a:schemeClr val="accent1"/>
            </a:effectRef>
            <a:fontRef idx="minor">
              <a:schemeClr val="tx1"/>
            </a:fontRef>
          </p:style>
        </p:cxnSp>
        <p:cxnSp>
          <p:nvCxnSpPr>
            <p:cNvPr id="69" name="Connettore 1 68"/>
            <p:cNvCxnSpPr/>
            <p:nvPr userDrawn="1"/>
          </p:nvCxnSpPr>
          <p:spPr>
            <a:xfrm>
              <a:off x="9703759" y="275867"/>
              <a:ext cx="0" cy="567843"/>
            </a:xfrm>
            <a:prstGeom prst="line">
              <a:avLst/>
            </a:prstGeom>
            <a:ln w="12700">
              <a:solidFill>
                <a:schemeClr val="bg1"/>
              </a:solidFill>
            </a:ln>
            <a:effectLst/>
          </p:spPr>
          <p:style>
            <a:lnRef idx="2">
              <a:schemeClr val="accent1"/>
            </a:lnRef>
            <a:fillRef idx="0">
              <a:schemeClr val="accent1"/>
            </a:fillRef>
            <a:effectRef idx="1">
              <a:schemeClr val="accent1"/>
            </a:effectRef>
            <a:fontRef idx="minor">
              <a:schemeClr val="tx1"/>
            </a:fontRef>
          </p:style>
        </p:cxnSp>
        <p:cxnSp>
          <p:nvCxnSpPr>
            <p:cNvPr id="70" name="Connettore 1 69"/>
            <p:cNvCxnSpPr/>
            <p:nvPr userDrawn="1"/>
          </p:nvCxnSpPr>
          <p:spPr>
            <a:xfrm>
              <a:off x="9852626" y="275867"/>
              <a:ext cx="0" cy="567843"/>
            </a:xfrm>
            <a:prstGeom prst="line">
              <a:avLst/>
            </a:prstGeom>
            <a:ln w="12700">
              <a:solidFill>
                <a:schemeClr val="bg1"/>
              </a:solidFill>
            </a:ln>
            <a:effectLst/>
          </p:spPr>
          <p:style>
            <a:lnRef idx="2">
              <a:schemeClr val="accent1"/>
            </a:lnRef>
            <a:fillRef idx="0">
              <a:schemeClr val="accent1"/>
            </a:fillRef>
            <a:effectRef idx="1">
              <a:schemeClr val="accent1"/>
            </a:effectRef>
            <a:fontRef idx="minor">
              <a:schemeClr val="tx1"/>
            </a:fontRef>
          </p:style>
        </p:cxnSp>
        <p:cxnSp>
          <p:nvCxnSpPr>
            <p:cNvPr id="71" name="Connettore 1 70"/>
            <p:cNvCxnSpPr/>
            <p:nvPr userDrawn="1"/>
          </p:nvCxnSpPr>
          <p:spPr>
            <a:xfrm>
              <a:off x="10001493" y="275867"/>
              <a:ext cx="0" cy="567843"/>
            </a:xfrm>
            <a:prstGeom prst="line">
              <a:avLst/>
            </a:prstGeom>
            <a:ln w="12700">
              <a:solidFill>
                <a:schemeClr val="bg1"/>
              </a:solidFill>
            </a:ln>
            <a:effectLst/>
          </p:spPr>
          <p:style>
            <a:lnRef idx="2">
              <a:schemeClr val="accent1"/>
            </a:lnRef>
            <a:fillRef idx="0">
              <a:schemeClr val="accent1"/>
            </a:fillRef>
            <a:effectRef idx="1">
              <a:schemeClr val="accent1"/>
            </a:effectRef>
            <a:fontRef idx="minor">
              <a:schemeClr val="tx1"/>
            </a:fontRef>
          </p:style>
        </p:cxnSp>
        <p:cxnSp>
          <p:nvCxnSpPr>
            <p:cNvPr id="72" name="Connettore 1 71"/>
            <p:cNvCxnSpPr/>
            <p:nvPr userDrawn="1"/>
          </p:nvCxnSpPr>
          <p:spPr>
            <a:xfrm>
              <a:off x="10150360" y="275867"/>
              <a:ext cx="0" cy="567843"/>
            </a:xfrm>
            <a:prstGeom prst="line">
              <a:avLst/>
            </a:prstGeom>
            <a:ln w="12700">
              <a:solidFill>
                <a:schemeClr val="bg1"/>
              </a:solidFill>
            </a:ln>
            <a:effectLst/>
          </p:spPr>
          <p:style>
            <a:lnRef idx="2">
              <a:schemeClr val="accent1"/>
            </a:lnRef>
            <a:fillRef idx="0">
              <a:schemeClr val="accent1"/>
            </a:fillRef>
            <a:effectRef idx="1">
              <a:schemeClr val="accent1"/>
            </a:effectRef>
            <a:fontRef idx="minor">
              <a:schemeClr val="tx1"/>
            </a:fontRef>
          </p:style>
        </p:cxnSp>
        <p:cxnSp>
          <p:nvCxnSpPr>
            <p:cNvPr id="73" name="Connettore 1 72"/>
            <p:cNvCxnSpPr/>
            <p:nvPr userDrawn="1"/>
          </p:nvCxnSpPr>
          <p:spPr>
            <a:xfrm>
              <a:off x="10299227" y="275867"/>
              <a:ext cx="0" cy="567843"/>
            </a:xfrm>
            <a:prstGeom prst="line">
              <a:avLst/>
            </a:prstGeom>
            <a:ln w="12700">
              <a:solidFill>
                <a:schemeClr val="bg1"/>
              </a:solidFill>
            </a:ln>
            <a:effectLst/>
          </p:spPr>
          <p:style>
            <a:lnRef idx="2">
              <a:schemeClr val="accent1"/>
            </a:lnRef>
            <a:fillRef idx="0">
              <a:schemeClr val="accent1"/>
            </a:fillRef>
            <a:effectRef idx="1">
              <a:schemeClr val="accent1"/>
            </a:effectRef>
            <a:fontRef idx="minor">
              <a:schemeClr val="tx1"/>
            </a:fontRef>
          </p:style>
        </p:cxnSp>
        <p:cxnSp>
          <p:nvCxnSpPr>
            <p:cNvPr id="74" name="Connettore 1 73"/>
            <p:cNvCxnSpPr/>
            <p:nvPr userDrawn="1"/>
          </p:nvCxnSpPr>
          <p:spPr>
            <a:xfrm>
              <a:off x="10448094" y="275867"/>
              <a:ext cx="0" cy="567843"/>
            </a:xfrm>
            <a:prstGeom prst="line">
              <a:avLst/>
            </a:prstGeom>
            <a:ln w="12700">
              <a:solidFill>
                <a:schemeClr val="bg1"/>
              </a:solidFill>
            </a:ln>
            <a:effectLst/>
          </p:spPr>
          <p:style>
            <a:lnRef idx="2">
              <a:schemeClr val="accent1"/>
            </a:lnRef>
            <a:fillRef idx="0">
              <a:schemeClr val="accent1"/>
            </a:fillRef>
            <a:effectRef idx="1">
              <a:schemeClr val="accent1"/>
            </a:effectRef>
            <a:fontRef idx="minor">
              <a:schemeClr val="tx1"/>
            </a:fontRef>
          </p:style>
        </p:cxnSp>
        <p:cxnSp>
          <p:nvCxnSpPr>
            <p:cNvPr id="75" name="Connettore 1 74"/>
            <p:cNvCxnSpPr/>
            <p:nvPr userDrawn="1"/>
          </p:nvCxnSpPr>
          <p:spPr>
            <a:xfrm>
              <a:off x="10596961" y="275867"/>
              <a:ext cx="0" cy="567843"/>
            </a:xfrm>
            <a:prstGeom prst="line">
              <a:avLst/>
            </a:prstGeom>
            <a:ln w="12700">
              <a:solidFill>
                <a:schemeClr val="bg1"/>
              </a:solidFill>
            </a:ln>
            <a:effectLst/>
          </p:spPr>
          <p:style>
            <a:lnRef idx="2">
              <a:schemeClr val="accent1"/>
            </a:lnRef>
            <a:fillRef idx="0">
              <a:schemeClr val="accent1"/>
            </a:fillRef>
            <a:effectRef idx="1">
              <a:schemeClr val="accent1"/>
            </a:effectRef>
            <a:fontRef idx="minor">
              <a:schemeClr val="tx1"/>
            </a:fontRef>
          </p:style>
        </p:cxnSp>
        <p:cxnSp>
          <p:nvCxnSpPr>
            <p:cNvPr id="76" name="Connettore 1 75"/>
            <p:cNvCxnSpPr/>
            <p:nvPr userDrawn="1"/>
          </p:nvCxnSpPr>
          <p:spPr>
            <a:xfrm>
              <a:off x="10745828" y="275867"/>
              <a:ext cx="0" cy="567843"/>
            </a:xfrm>
            <a:prstGeom prst="line">
              <a:avLst/>
            </a:prstGeom>
            <a:ln w="12700">
              <a:solidFill>
                <a:schemeClr val="bg1"/>
              </a:solidFill>
            </a:ln>
            <a:effectLst/>
          </p:spPr>
          <p:style>
            <a:lnRef idx="2">
              <a:schemeClr val="accent1"/>
            </a:lnRef>
            <a:fillRef idx="0">
              <a:schemeClr val="accent1"/>
            </a:fillRef>
            <a:effectRef idx="1">
              <a:schemeClr val="accent1"/>
            </a:effectRef>
            <a:fontRef idx="minor">
              <a:schemeClr val="tx1"/>
            </a:fontRef>
          </p:style>
        </p:cxnSp>
        <p:cxnSp>
          <p:nvCxnSpPr>
            <p:cNvPr id="77" name="Connettore 1 76"/>
            <p:cNvCxnSpPr/>
            <p:nvPr userDrawn="1"/>
          </p:nvCxnSpPr>
          <p:spPr>
            <a:xfrm>
              <a:off x="10894695" y="275867"/>
              <a:ext cx="0" cy="567843"/>
            </a:xfrm>
            <a:prstGeom prst="line">
              <a:avLst/>
            </a:prstGeom>
            <a:ln w="12700">
              <a:solidFill>
                <a:schemeClr val="bg1"/>
              </a:solidFill>
            </a:ln>
            <a:effectLst/>
          </p:spPr>
          <p:style>
            <a:lnRef idx="2">
              <a:schemeClr val="accent1"/>
            </a:lnRef>
            <a:fillRef idx="0">
              <a:schemeClr val="accent1"/>
            </a:fillRef>
            <a:effectRef idx="1">
              <a:schemeClr val="accent1"/>
            </a:effectRef>
            <a:fontRef idx="minor">
              <a:schemeClr val="tx1"/>
            </a:fontRef>
          </p:style>
        </p:cxnSp>
        <p:cxnSp>
          <p:nvCxnSpPr>
            <p:cNvPr id="78" name="Connettore 1 77"/>
            <p:cNvCxnSpPr/>
            <p:nvPr userDrawn="1"/>
          </p:nvCxnSpPr>
          <p:spPr>
            <a:xfrm>
              <a:off x="11043562" y="275867"/>
              <a:ext cx="0" cy="567843"/>
            </a:xfrm>
            <a:prstGeom prst="line">
              <a:avLst/>
            </a:prstGeom>
            <a:ln w="12700">
              <a:solidFill>
                <a:schemeClr val="bg1"/>
              </a:solidFill>
            </a:ln>
            <a:effectLst/>
          </p:spPr>
          <p:style>
            <a:lnRef idx="2">
              <a:schemeClr val="accent1"/>
            </a:lnRef>
            <a:fillRef idx="0">
              <a:schemeClr val="accent1"/>
            </a:fillRef>
            <a:effectRef idx="1">
              <a:schemeClr val="accent1"/>
            </a:effectRef>
            <a:fontRef idx="minor">
              <a:schemeClr val="tx1"/>
            </a:fontRef>
          </p:style>
        </p:cxnSp>
        <p:cxnSp>
          <p:nvCxnSpPr>
            <p:cNvPr id="79" name="Connettore 1 78"/>
            <p:cNvCxnSpPr/>
            <p:nvPr userDrawn="1"/>
          </p:nvCxnSpPr>
          <p:spPr>
            <a:xfrm>
              <a:off x="11192429" y="275867"/>
              <a:ext cx="0" cy="567843"/>
            </a:xfrm>
            <a:prstGeom prst="line">
              <a:avLst/>
            </a:prstGeom>
            <a:ln w="12700">
              <a:solidFill>
                <a:schemeClr val="bg1"/>
              </a:solidFill>
            </a:ln>
            <a:effectLst/>
          </p:spPr>
          <p:style>
            <a:lnRef idx="2">
              <a:schemeClr val="accent1"/>
            </a:lnRef>
            <a:fillRef idx="0">
              <a:schemeClr val="accent1"/>
            </a:fillRef>
            <a:effectRef idx="1">
              <a:schemeClr val="accent1"/>
            </a:effectRef>
            <a:fontRef idx="minor">
              <a:schemeClr val="tx1"/>
            </a:fontRef>
          </p:style>
        </p:cxnSp>
        <p:cxnSp>
          <p:nvCxnSpPr>
            <p:cNvPr id="80" name="Connettore 1 79"/>
            <p:cNvCxnSpPr/>
            <p:nvPr userDrawn="1"/>
          </p:nvCxnSpPr>
          <p:spPr>
            <a:xfrm>
              <a:off x="11341296" y="275867"/>
              <a:ext cx="0" cy="567843"/>
            </a:xfrm>
            <a:prstGeom prst="line">
              <a:avLst/>
            </a:prstGeom>
            <a:ln w="12700">
              <a:solidFill>
                <a:schemeClr val="bg1"/>
              </a:solidFill>
            </a:ln>
            <a:effectLst/>
          </p:spPr>
          <p:style>
            <a:lnRef idx="2">
              <a:schemeClr val="accent1"/>
            </a:lnRef>
            <a:fillRef idx="0">
              <a:schemeClr val="accent1"/>
            </a:fillRef>
            <a:effectRef idx="1">
              <a:schemeClr val="accent1"/>
            </a:effectRef>
            <a:fontRef idx="minor">
              <a:schemeClr val="tx1"/>
            </a:fontRef>
          </p:style>
        </p:cxnSp>
        <p:cxnSp>
          <p:nvCxnSpPr>
            <p:cNvPr id="81" name="Connettore 1 80"/>
            <p:cNvCxnSpPr/>
            <p:nvPr userDrawn="1"/>
          </p:nvCxnSpPr>
          <p:spPr>
            <a:xfrm>
              <a:off x="11490163" y="275867"/>
              <a:ext cx="0" cy="567843"/>
            </a:xfrm>
            <a:prstGeom prst="line">
              <a:avLst/>
            </a:prstGeom>
            <a:ln w="12700">
              <a:solidFill>
                <a:schemeClr val="bg1"/>
              </a:solidFill>
            </a:ln>
            <a:effectLst/>
          </p:spPr>
          <p:style>
            <a:lnRef idx="2">
              <a:schemeClr val="accent1"/>
            </a:lnRef>
            <a:fillRef idx="0">
              <a:schemeClr val="accent1"/>
            </a:fillRef>
            <a:effectRef idx="1">
              <a:schemeClr val="accent1"/>
            </a:effectRef>
            <a:fontRef idx="minor">
              <a:schemeClr val="tx1"/>
            </a:fontRef>
          </p:style>
        </p:cxnSp>
        <p:cxnSp>
          <p:nvCxnSpPr>
            <p:cNvPr id="82" name="Connettore 1 81"/>
            <p:cNvCxnSpPr/>
            <p:nvPr userDrawn="1"/>
          </p:nvCxnSpPr>
          <p:spPr>
            <a:xfrm>
              <a:off x="11639030" y="275867"/>
              <a:ext cx="0" cy="567843"/>
            </a:xfrm>
            <a:prstGeom prst="line">
              <a:avLst/>
            </a:prstGeom>
            <a:ln w="12700">
              <a:solidFill>
                <a:schemeClr val="bg1"/>
              </a:solidFill>
            </a:ln>
            <a:effectLst/>
          </p:spPr>
          <p:style>
            <a:lnRef idx="2">
              <a:schemeClr val="accent1"/>
            </a:lnRef>
            <a:fillRef idx="0">
              <a:schemeClr val="accent1"/>
            </a:fillRef>
            <a:effectRef idx="1">
              <a:schemeClr val="accent1"/>
            </a:effectRef>
            <a:fontRef idx="minor">
              <a:schemeClr val="tx1"/>
            </a:fontRef>
          </p:style>
        </p:cxnSp>
        <p:cxnSp>
          <p:nvCxnSpPr>
            <p:cNvPr id="83" name="Connettore 1 82"/>
            <p:cNvCxnSpPr/>
            <p:nvPr userDrawn="1"/>
          </p:nvCxnSpPr>
          <p:spPr>
            <a:xfrm>
              <a:off x="11787897" y="275867"/>
              <a:ext cx="0" cy="567843"/>
            </a:xfrm>
            <a:prstGeom prst="line">
              <a:avLst/>
            </a:prstGeom>
            <a:ln w="12700">
              <a:solidFill>
                <a:schemeClr val="bg1"/>
              </a:solidFill>
            </a:ln>
            <a:effectLst/>
          </p:spPr>
          <p:style>
            <a:lnRef idx="2">
              <a:schemeClr val="accent1"/>
            </a:lnRef>
            <a:fillRef idx="0">
              <a:schemeClr val="accent1"/>
            </a:fillRef>
            <a:effectRef idx="1">
              <a:schemeClr val="accent1"/>
            </a:effectRef>
            <a:fontRef idx="minor">
              <a:schemeClr val="tx1"/>
            </a:fontRef>
          </p:style>
        </p:cxnSp>
        <p:cxnSp>
          <p:nvCxnSpPr>
            <p:cNvPr id="84" name="Connettore 1 83"/>
            <p:cNvCxnSpPr/>
            <p:nvPr userDrawn="1"/>
          </p:nvCxnSpPr>
          <p:spPr>
            <a:xfrm>
              <a:off x="11936764" y="275867"/>
              <a:ext cx="0" cy="567843"/>
            </a:xfrm>
            <a:prstGeom prst="line">
              <a:avLst/>
            </a:prstGeom>
            <a:ln w="12700">
              <a:solidFill>
                <a:schemeClr val="bg1"/>
              </a:solidFill>
            </a:ln>
            <a:effectLst/>
          </p:spPr>
          <p:style>
            <a:lnRef idx="2">
              <a:schemeClr val="accent1"/>
            </a:lnRef>
            <a:fillRef idx="0">
              <a:schemeClr val="accent1"/>
            </a:fillRef>
            <a:effectRef idx="1">
              <a:schemeClr val="accent1"/>
            </a:effectRef>
            <a:fontRef idx="minor">
              <a:schemeClr val="tx1"/>
            </a:fontRef>
          </p:style>
        </p:cxnSp>
        <p:cxnSp>
          <p:nvCxnSpPr>
            <p:cNvPr id="85" name="Connettore 1 84"/>
            <p:cNvCxnSpPr/>
            <p:nvPr userDrawn="1"/>
          </p:nvCxnSpPr>
          <p:spPr>
            <a:xfrm>
              <a:off x="12085631" y="275867"/>
              <a:ext cx="0" cy="567843"/>
            </a:xfrm>
            <a:prstGeom prst="line">
              <a:avLst/>
            </a:prstGeom>
            <a:ln w="12700">
              <a:solidFill>
                <a:schemeClr val="bg1"/>
              </a:solidFill>
            </a:ln>
            <a:effectLst/>
          </p:spPr>
          <p:style>
            <a:lnRef idx="2">
              <a:schemeClr val="accent1"/>
            </a:lnRef>
            <a:fillRef idx="0">
              <a:schemeClr val="accent1"/>
            </a:fillRef>
            <a:effectRef idx="1">
              <a:schemeClr val="accent1"/>
            </a:effectRef>
            <a:fontRef idx="minor">
              <a:schemeClr val="tx1"/>
            </a:fontRef>
          </p:style>
        </p:cxnSp>
        <p:cxnSp>
          <p:nvCxnSpPr>
            <p:cNvPr id="86" name="Connettore 1 85"/>
            <p:cNvCxnSpPr/>
            <p:nvPr userDrawn="1"/>
          </p:nvCxnSpPr>
          <p:spPr>
            <a:xfrm>
              <a:off x="12234498" y="275867"/>
              <a:ext cx="0" cy="567843"/>
            </a:xfrm>
            <a:prstGeom prst="line">
              <a:avLst/>
            </a:prstGeom>
            <a:ln w="12700">
              <a:solidFill>
                <a:schemeClr val="bg1"/>
              </a:solidFill>
            </a:ln>
            <a:effectLst/>
          </p:spPr>
          <p:style>
            <a:lnRef idx="2">
              <a:schemeClr val="accent1"/>
            </a:lnRef>
            <a:fillRef idx="0">
              <a:schemeClr val="accent1"/>
            </a:fillRef>
            <a:effectRef idx="1">
              <a:schemeClr val="accent1"/>
            </a:effectRef>
            <a:fontRef idx="minor">
              <a:schemeClr val="tx1"/>
            </a:fontRef>
          </p:style>
        </p:cxnSp>
        <p:cxnSp>
          <p:nvCxnSpPr>
            <p:cNvPr id="87" name="Connettore 1 86"/>
            <p:cNvCxnSpPr/>
            <p:nvPr userDrawn="1"/>
          </p:nvCxnSpPr>
          <p:spPr>
            <a:xfrm>
              <a:off x="12383365" y="275867"/>
              <a:ext cx="0" cy="567843"/>
            </a:xfrm>
            <a:prstGeom prst="line">
              <a:avLst/>
            </a:prstGeom>
            <a:ln w="12700">
              <a:solidFill>
                <a:schemeClr val="bg1"/>
              </a:solidFill>
            </a:ln>
            <a:effectLst/>
          </p:spPr>
          <p:style>
            <a:lnRef idx="2">
              <a:schemeClr val="accent1"/>
            </a:lnRef>
            <a:fillRef idx="0">
              <a:schemeClr val="accent1"/>
            </a:fillRef>
            <a:effectRef idx="1">
              <a:schemeClr val="accent1"/>
            </a:effectRef>
            <a:fontRef idx="minor">
              <a:schemeClr val="tx1"/>
            </a:fontRef>
          </p:style>
        </p:cxnSp>
        <p:cxnSp>
          <p:nvCxnSpPr>
            <p:cNvPr id="88" name="Connettore 1 87"/>
            <p:cNvCxnSpPr/>
            <p:nvPr userDrawn="1"/>
          </p:nvCxnSpPr>
          <p:spPr>
            <a:xfrm>
              <a:off x="12532232" y="275867"/>
              <a:ext cx="0" cy="567843"/>
            </a:xfrm>
            <a:prstGeom prst="line">
              <a:avLst/>
            </a:prstGeom>
            <a:ln w="12700">
              <a:solidFill>
                <a:schemeClr val="bg1"/>
              </a:solidFill>
            </a:ln>
            <a:effectLst/>
          </p:spPr>
          <p:style>
            <a:lnRef idx="2">
              <a:schemeClr val="accent1"/>
            </a:lnRef>
            <a:fillRef idx="0">
              <a:schemeClr val="accent1"/>
            </a:fillRef>
            <a:effectRef idx="1">
              <a:schemeClr val="accent1"/>
            </a:effectRef>
            <a:fontRef idx="minor">
              <a:schemeClr val="tx1"/>
            </a:fontRef>
          </p:style>
        </p:cxnSp>
        <p:cxnSp>
          <p:nvCxnSpPr>
            <p:cNvPr id="89" name="Connettore 1 88"/>
            <p:cNvCxnSpPr/>
            <p:nvPr userDrawn="1"/>
          </p:nvCxnSpPr>
          <p:spPr>
            <a:xfrm>
              <a:off x="12681099" y="275867"/>
              <a:ext cx="0" cy="567843"/>
            </a:xfrm>
            <a:prstGeom prst="line">
              <a:avLst/>
            </a:prstGeom>
            <a:ln w="12700">
              <a:solidFill>
                <a:schemeClr val="bg1"/>
              </a:solidFill>
            </a:ln>
            <a:effectLst/>
          </p:spPr>
          <p:style>
            <a:lnRef idx="2">
              <a:schemeClr val="accent1"/>
            </a:lnRef>
            <a:fillRef idx="0">
              <a:schemeClr val="accent1"/>
            </a:fillRef>
            <a:effectRef idx="1">
              <a:schemeClr val="accent1"/>
            </a:effectRef>
            <a:fontRef idx="minor">
              <a:schemeClr val="tx1"/>
            </a:fontRef>
          </p:style>
        </p:cxnSp>
        <p:cxnSp>
          <p:nvCxnSpPr>
            <p:cNvPr id="90" name="Connettore 1 89"/>
            <p:cNvCxnSpPr/>
            <p:nvPr userDrawn="1"/>
          </p:nvCxnSpPr>
          <p:spPr>
            <a:xfrm>
              <a:off x="12829966" y="275867"/>
              <a:ext cx="0" cy="567843"/>
            </a:xfrm>
            <a:prstGeom prst="line">
              <a:avLst/>
            </a:prstGeom>
            <a:ln w="12700">
              <a:solidFill>
                <a:schemeClr val="bg1"/>
              </a:solidFill>
            </a:ln>
            <a:effectLst/>
          </p:spPr>
          <p:style>
            <a:lnRef idx="2">
              <a:schemeClr val="accent1"/>
            </a:lnRef>
            <a:fillRef idx="0">
              <a:schemeClr val="accent1"/>
            </a:fillRef>
            <a:effectRef idx="1">
              <a:schemeClr val="accent1"/>
            </a:effectRef>
            <a:fontRef idx="minor">
              <a:schemeClr val="tx1"/>
            </a:fontRef>
          </p:style>
        </p:cxnSp>
        <p:cxnSp>
          <p:nvCxnSpPr>
            <p:cNvPr id="91" name="Connettore 1 90"/>
            <p:cNvCxnSpPr/>
            <p:nvPr userDrawn="1"/>
          </p:nvCxnSpPr>
          <p:spPr>
            <a:xfrm>
              <a:off x="12978833" y="275867"/>
              <a:ext cx="0" cy="567843"/>
            </a:xfrm>
            <a:prstGeom prst="line">
              <a:avLst/>
            </a:prstGeom>
            <a:ln w="12700">
              <a:solidFill>
                <a:schemeClr val="bg1"/>
              </a:solidFill>
            </a:ln>
            <a:effectLst/>
          </p:spPr>
          <p:style>
            <a:lnRef idx="2">
              <a:schemeClr val="accent1"/>
            </a:lnRef>
            <a:fillRef idx="0">
              <a:schemeClr val="accent1"/>
            </a:fillRef>
            <a:effectRef idx="1">
              <a:schemeClr val="accent1"/>
            </a:effectRef>
            <a:fontRef idx="minor">
              <a:schemeClr val="tx1"/>
            </a:fontRef>
          </p:style>
        </p:cxnSp>
        <p:cxnSp>
          <p:nvCxnSpPr>
            <p:cNvPr id="92" name="Connettore 1 91"/>
            <p:cNvCxnSpPr/>
            <p:nvPr userDrawn="1"/>
          </p:nvCxnSpPr>
          <p:spPr>
            <a:xfrm>
              <a:off x="13127700" y="275867"/>
              <a:ext cx="0" cy="567843"/>
            </a:xfrm>
            <a:prstGeom prst="line">
              <a:avLst/>
            </a:prstGeom>
            <a:ln w="12700">
              <a:solidFill>
                <a:schemeClr val="bg1"/>
              </a:solidFill>
            </a:ln>
            <a:effectLst/>
          </p:spPr>
          <p:style>
            <a:lnRef idx="2">
              <a:schemeClr val="accent1"/>
            </a:lnRef>
            <a:fillRef idx="0">
              <a:schemeClr val="accent1"/>
            </a:fillRef>
            <a:effectRef idx="1">
              <a:schemeClr val="accent1"/>
            </a:effectRef>
            <a:fontRef idx="minor">
              <a:schemeClr val="tx1"/>
            </a:fontRef>
          </p:style>
        </p:cxnSp>
        <p:cxnSp>
          <p:nvCxnSpPr>
            <p:cNvPr id="93" name="Connettore 1 92"/>
            <p:cNvCxnSpPr/>
            <p:nvPr userDrawn="1"/>
          </p:nvCxnSpPr>
          <p:spPr>
            <a:xfrm>
              <a:off x="13276567" y="275867"/>
              <a:ext cx="0" cy="567843"/>
            </a:xfrm>
            <a:prstGeom prst="line">
              <a:avLst/>
            </a:prstGeom>
            <a:ln w="12700">
              <a:solidFill>
                <a:schemeClr val="bg1"/>
              </a:solidFill>
            </a:ln>
            <a:effectLst/>
          </p:spPr>
          <p:style>
            <a:lnRef idx="2">
              <a:schemeClr val="accent1"/>
            </a:lnRef>
            <a:fillRef idx="0">
              <a:schemeClr val="accent1"/>
            </a:fillRef>
            <a:effectRef idx="1">
              <a:schemeClr val="accent1"/>
            </a:effectRef>
            <a:fontRef idx="minor">
              <a:schemeClr val="tx1"/>
            </a:fontRef>
          </p:style>
        </p:cxnSp>
        <p:cxnSp>
          <p:nvCxnSpPr>
            <p:cNvPr id="94" name="Connettore 1 93"/>
            <p:cNvCxnSpPr/>
            <p:nvPr userDrawn="1"/>
          </p:nvCxnSpPr>
          <p:spPr>
            <a:xfrm>
              <a:off x="13425434" y="275867"/>
              <a:ext cx="0" cy="567843"/>
            </a:xfrm>
            <a:prstGeom prst="line">
              <a:avLst/>
            </a:prstGeom>
            <a:ln w="12700">
              <a:solidFill>
                <a:schemeClr val="bg1"/>
              </a:solidFill>
            </a:ln>
            <a:effectLst/>
          </p:spPr>
          <p:style>
            <a:lnRef idx="2">
              <a:schemeClr val="accent1"/>
            </a:lnRef>
            <a:fillRef idx="0">
              <a:schemeClr val="accent1"/>
            </a:fillRef>
            <a:effectRef idx="1">
              <a:schemeClr val="accent1"/>
            </a:effectRef>
            <a:fontRef idx="minor">
              <a:schemeClr val="tx1"/>
            </a:fontRef>
          </p:style>
        </p:cxnSp>
        <p:cxnSp>
          <p:nvCxnSpPr>
            <p:cNvPr id="95" name="Connettore 1 94"/>
            <p:cNvCxnSpPr/>
            <p:nvPr userDrawn="1"/>
          </p:nvCxnSpPr>
          <p:spPr>
            <a:xfrm>
              <a:off x="13574301" y="275867"/>
              <a:ext cx="0" cy="567843"/>
            </a:xfrm>
            <a:prstGeom prst="line">
              <a:avLst/>
            </a:prstGeom>
            <a:ln w="12700">
              <a:solidFill>
                <a:schemeClr val="bg1"/>
              </a:solidFill>
            </a:ln>
            <a:effectLst/>
          </p:spPr>
          <p:style>
            <a:lnRef idx="2">
              <a:schemeClr val="accent1"/>
            </a:lnRef>
            <a:fillRef idx="0">
              <a:schemeClr val="accent1"/>
            </a:fillRef>
            <a:effectRef idx="1">
              <a:schemeClr val="accent1"/>
            </a:effectRef>
            <a:fontRef idx="minor">
              <a:schemeClr val="tx1"/>
            </a:fontRef>
          </p:style>
        </p:cxnSp>
        <p:cxnSp>
          <p:nvCxnSpPr>
            <p:cNvPr id="96" name="Connettore 1 95"/>
            <p:cNvCxnSpPr/>
            <p:nvPr userDrawn="1"/>
          </p:nvCxnSpPr>
          <p:spPr>
            <a:xfrm>
              <a:off x="13723168" y="275867"/>
              <a:ext cx="0" cy="567843"/>
            </a:xfrm>
            <a:prstGeom prst="line">
              <a:avLst/>
            </a:prstGeom>
            <a:ln w="12700">
              <a:solidFill>
                <a:schemeClr val="bg1"/>
              </a:solidFill>
            </a:ln>
            <a:effectLst/>
          </p:spPr>
          <p:style>
            <a:lnRef idx="2">
              <a:schemeClr val="accent1"/>
            </a:lnRef>
            <a:fillRef idx="0">
              <a:schemeClr val="accent1"/>
            </a:fillRef>
            <a:effectRef idx="1">
              <a:schemeClr val="accent1"/>
            </a:effectRef>
            <a:fontRef idx="minor">
              <a:schemeClr val="tx1"/>
            </a:fontRef>
          </p:style>
        </p:cxnSp>
        <p:cxnSp>
          <p:nvCxnSpPr>
            <p:cNvPr id="97" name="Connettore 1 96"/>
            <p:cNvCxnSpPr/>
            <p:nvPr userDrawn="1"/>
          </p:nvCxnSpPr>
          <p:spPr>
            <a:xfrm>
              <a:off x="13872035" y="275867"/>
              <a:ext cx="0" cy="567843"/>
            </a:xfrm>
            <a:prstGeom prst="line">
              <a:avLst/>
            </a:prstGeom>
            <a:ln w="12700">
              <a:solidFill>
                <a:schemeClr val="bg1"/>
              </a:solidFill>
            </a:ln>
            <a:effectLst/>
          </p:spPr>
          <p:style>
            <a:lnRef idx="2">
              <a:schemeClr val="accent1"/>
            </a:lnRef>
            <a:fillRef idx="0">
              <a:schemeClr val="accent1"/>
            </a:fillRef>
            <a:effectRef idx="1">
              <a:schemeClr val="accent1"/>
            </a:effectRef>
            <a:fontRef idx="minor">
              <a:schemeClr val="tx1"/>
            </a:fontRef>
          </p:style>
        </p:cxnSp>
        <p:cxnSp>
          <p:nvCxnSpPr>
            <p:cNvPr id="98" name="Connettore 1 97"/>
            <p:cNvCxnSpPr/>
            <p:nvPr userDrawn="1"/>
          </p:nvCxnSpPr>
          <p:spPr>
            <a:xfrm>
              <a:off x="14020902" y="275867"/>
              <a:ext cx="0" cy="567843"/>
            </a:xfrm>
            <a:prstGeom prst="line">
              <a:avLst/>
            </a:prstGeom>
            <a:ln w="12700">
              <a:solidFill>
                <a:schemeClr val="bg1"/>
              </a:solidFill>
            </a:ln>
            <a:effectLst/>
          </p:spPr>
          <p:style>
            <a:lnRef idx="2">
              <a:schemeClr val="accent1"/>
            </a:lnRef>
            <a:fillRef idx="0">
              <a:schemeClr val="accent1"/>
            </a:fillRef>
            <a:effectRef idx="1">
              <a:schemeClr val="accent1"/>
            </a:effectRef>
            <a:fontRef idx="minor">
              <a:schemeClr val="tx1"/>
            </a:fontRef>
          </p:style>
        </p:cxnSp>
        <p:cxnSp>
          <p:nvCxnSpPr>
            <p:cNvPr id="99" name="Connettore 1 98"/>
            <p:cNvCxnSpPr/>
            <p:nvPr userDrawn="1"/>
          </p:nvCxnSpPr>
          <p:spPr>
            <a:xfrm>
              <a:off x="14169769" y="275867"/>
              <a:ext cx="0" cy="567843"/>
            </a:xfrm>
            <a:prstGeom prst="line">
              <a:avLst/>
            </a:prstGeom>
            <a:ln w="12700">
              <a:solidFill>
                <a:schemeClr val="bg1"/>
              </a:solidFill>
            </a:ln>
            <a:effectLst/>
          </p:spPr>
          <p:style>
            <a:lnRef idx="2">
              <a:schemeClr val="accent1"/>
            </a:lnRef>
            <a:fillRef idx="0">
              <a:schemeClr val="accent1"/>
            </a:fillRef>
            <a:effectRef idx="1">
              <a:schemeClr val="accent1"/>
            </a:effectRef>
            <a:fontRef idx="minor">
              <a:schemeClr val="tx1"/>
            </a:fontRef>
          </p:style>
        </p:cxnSp>
        <p:cxnSp>
          <p:nvCxnSpPr>
            <p:cNvPr id="100" name="Connettore 1 99"/>
            <p:cNvCxnSpPr/>
            <p:nvPr userDrawn="1"/>
          </p:nvCxnSpPr>
          <p:spPr>
            <a:xfrm>
              <a:off x="14318636" y="275867"/>
              <a:ext cx="0" cy="567843"/>
            </a:xfrm>
            <a:prstGeom prst="line">
              <a:avLst/>
            </a:prstGeom>
            <a:ln w="12700">
              <a:solidFill>
                <a:schemeClr val="bg1"/>
              </a:solidFill>
            </a:ln>
            <a:effectLst/>
          </p:spPr>
          <p:style>
            <a:lnRef idx="2">
              <a:schemeClr val="accent1"/>
            </a:lnRef>
            <a:fillRef idx="0">
              <a:schemeClr val="accent1"/>
            </a:fillRef>
            <a:effectRef idx="1">
              <a:schemeClr val="accent1"/>
            </a:effectRef>
            <a:fontRef idx="minor">
              <a:schemeClr val="tx1"/>
            </a:fontRef>
          </p:style>
        </p:cxnSp>
        <p:cxnSp>
          <p:nvCxnSpPr>
            <p:cNvPr id="101" name="Connettore 1 100"/>
            <p:cNvCxnSpPr/>
            <p:nvPr userDrawn="1"/>
          </p:nvCxnSpPr>
          <p:spPr>
            <a:xfrm>
              <a:off x="14467503" y="275867"/>
              <a:ext cx="0" cy="567843"/>
            </a:xfrm>
            <a:prstGeom prst="line">
              <a:avLst/>
            </a:prstGeom>
            <a:ln w="12700">
              <a:solidFill>
                <a:schemeClr val="bg1"/>
              </a:solidFill>
            </a:ln>
            <a:effectLst/>
          </p:spPr>
          <p:style>
            <a:lnRef idx="2">
              <a:schemeClr val="accent1"/>
            </a:lnRef>
            <a:fillRef idx="0">
              <a:schemeClr val="accent1"/>
            </a:fillRef>
            <a:effectRef idx="1">
              <a:schemeClr val="accent1"/>
            </a:effectRef>
            <a:fontRef idx="minor">
              <a:schemeClr val="tx1"/>
            </a:fontRef>
          </p:style>
        </p:cxnSp>
        <p:cxnSp>
          <p:nvCxnSpPr>
            <p:cNvPr id="102" name="Connettore 1 101"/>
            <p:cNvCxnSpPr/>
            <p:nvPr userDrawn="1"/>
          </p:nvCxnSpPr>
          <p:spPr>
            <a:xfrm>
              <a:off x="14616370" y="275867"/>
              <a:ext cx="0" cy="567843"/>
            </a:xfrm>
            <a:prstGeom prst="line">
              <a:avLst/>
            </a:prstGeom>
            <a:ln w="12700">
              <a:solidFill>
                <a:schemeClr val="bg1"/>
              </a:solidFill>
            </a:ln>
            <a:effectLst/>
          </p:spPr>
          <p:style>
            <a:lnRef idx="2">
              <a:schemeClr val="accent1"/>
            </a:lnRef>
            <a:fillRef idx="0">
              <a:schemeClr val="accent1"/>
            </a:fillRef>
            <a:effectRef idx="1">
              <a:schemeClr val="accent1"/>
            </a:effectRef>
            <a:fontRef idx="minor">
              <a:schemeClr val="tx1"/>
            </a:fontRef>
          </p:style>
        </p:cxnSp>
        <p:cxnSp>
          <p:nvCxnSpPr>
            <p:cNvPr id="103" name="Connettore 1 102"/>
            <p:cNvCxnSpPr/>
            <p:nvPr userDrawn="1"/>
          </p:nvCxnSpPr>
          <p:spPr>
            <a:xfrm>
              <a:off x="14765237" y="275867"/>
              <a:ext cx="0" cy="567843"/>
            </a:xfrm>
            <a:prstGeom prst="line">
              <a:avLst/>
            </a:prstGeom>
            <a:ln w="12700">
              <a:solidFill>
                <a:schemeClr val="bg1"/>
              </a:solidFill>
            </a:ln>
            <a:effectLst/>
          </p:spPr>
          <p:style>
            <a:lnRef idx="2">
              <a:schemeClr val="accent1"/>
            </a:lnRef>
            <a:fillRef idx="0">
              <a:schemeClr val="accent1"/>
            </a:fillRef>
            <a:effectRef idx="1">
              <a:schemeClr val="accent1"/>
            </a:effectRef>
            <a:fontRef idx="minor">
              <a:schemeClr val="tx1"/>
            </a:fontRef>
          </p:style>
        </p:cxnSp>
        <p:cxnSp>
          <p:nvCxnSpPr>
            <p:cNvPr id="104" name="Connettore 1 103"/>
            <p:cNvCxnSpPr/>
            <p:nvPr userDrawn="1"/>
          </p:nvCxnSpPr>
          <p:spPr>
            <a:xfrm>
              <a:off x="14914104" y="275867"/>
              <a:ext cx="0" cy="567843"/>
            </a:xfrm>
            <a:prstGeom prst="line">
              <a:avLst/>
            </a:prstGeom>
            <a:ln w="12700">
              <a:solidFill>
                <a:schemeClr val="bg1"/>
              </a:solidFill>
            </a:ln>
            <a:effectLst/>
          </p:spPr>
          <p:style>
            <a:lnRef idx="2">
              <a:schemeClr val="accent1"/>
            </a:lnRef>
            <a:fillRef idx="0">
              <a:schemeClr val="accent1"/>
            </a:fillRef>
            <a:effectRef idx="1">
              <a:schemeClr val="accent1"/>
            </a:effectRef>
            <a:fontRef idx="minor">
              <a:schemeClr val="tx1"/>
            </a:fontRef>
          </p:style>
        </p:cxnSp>
        <p:cxnSp>
          <p:nvCxnSpPr>
            <p:cNvPr id="105" name="Connettore 1 104"/>
            <p:cNvCxnSpPr/>
            <p:nvPr userDrawn="1"/>
          </p:nvCxnSpPr>
          <p:spPr>
            <a:xfrm>
              <a:off x="15062971" y="275867"/>
              <a:ext cx="0" cy="567843"/>
            </a:xfrm>
            <a:prstGeom prst="line">
              <a:avLst/>
            </a:prstGeom>
            <a:ln w="12700">
              <a:solidFill>
                <a:schemeClr val="bg1"/>
              </a:solidFill>
            </a:ln>
            <a:effectLst/>
          </p:spPr>
          <p:style>
            <a:lnRef idx="2">
              <a:schemeClr val="accent1"/>
            </a:lnRef>
            <a:fillRef idx="0">
              <a:schemeClr val="accent1"/>
            </a:fillRef>
            <a:effectRef idx="1">
              <a:schemeClr val="accent1"/>
            </a:effectRef>
            <a:fontRef idx="minor">
              <a:schemeClr val="tx1"/>
            </a:fontRef>
          </p:style>
        </p:cxnSp>
        <p:cxnSp>
          <p:nvCxnSpPr>
            <p:cNvPr id="106" name="Connettore 1 105"/>
            <p:cNvCxnSpPr/>
            <p:nvPr userDrawn="1"/>
          </p:nvCxnSpPr>
          <p:spPr>
            <a:xfrm>
              <a:off x="15211838" y="275867"/>
              <a:ext cx="0" cy="567843"/>
            </a:xfrm>
            <a:prstGeom prst="line">
              <a:avLst/>
            </a:prstGeom>
            <a:ln w="12700">
              <a:solidFill>
                <a:schemeClr val="bg1"/>
              </a:solidFill>
            </a:ln>
            <a:effectLst/>
          </p:spPr>
          <p:style>
            <a:lnRef idx="2">
              <a:schemeClr val="accent1"/>
            </a:lnRef>
            <a:fillRef idx="0">
              <a:schemeClr val="accent1"/>
            </a:fillRef>
            <a:effectRef idx="1">
              <a:schemeClr val="accent1"/>
            </a:effectRef>
            <a:fontRef idx="minor">
              <a:schemeClr val="tx1"/>
            </a:fontRef>
          </p:style>
        </p:cxnSp>
        <p:cxnSp>
          <p:nvCxnSpPr>
            <p:cNvPr id="107" name="Connettore 1 106"/>
            <p:cNvCxnSpPr/>
            <p:nvPr userDrawn="1"/>
          </p:nvCxnSpPr>
          <p:spPr>
            <a:xfrm>
              <a:off x="15360705" y="275867"/>
              <a:ext cx="0" cy="567843"/>
            </a:xfrm>
            <a:prstGeom prst="line">
              <a:avLst/>
            </a:prstGeom>
            <a:ln w="12700">
              <a:solidFill>
                <a:schemeClr val="bg1"/>
              </a:solidFill>
            </a:ln>
            <a:effectLst/>
          </p:spPr>
          <p:style>
            <a:lnRef idx="2">
              <a:schemeClr val="accent1"/>
            </a:lnRef>
            <a:fillRef idx="0">
              <a:schemeClr val="accent1"/>
            </a:fillRef>
            <a:effectRef idx="1">
              <a:schemeClr val="accent1"/>
            </a:effectRef>
            <a:fontRef idx="minor">
              <a:schemeClr val="tx1"/>
            </a:fontRef>
          </p:style>
        </p:cxnSp>
        <p:cxnSp>
          <p:nvCxnSpPr>
            <p:cNvPr id="108" name="Connettore 1 107"/>
            <p:cNvCxnSpPr/>
            <p:nvPr userDrawn="1"/>
          </p:nvCxnSpPr>
          <p:spPr>
            <a:xfrm>
              <a:off x="15509572" y="275867"/>
              <a:ext cx="0" cy="567843"/>
            </a:xfrm>
            <a:prstGeom prst="line">
              <a:avLst/>
            </a:prstGeom>
            <a:ln w="12700">
              <a:solidFill>
                <a:schemeClr val="bg1"/>
              </a:solidFill>
            </a:ln>
            <a:effectLst/>
          </p:spPr>
          <p:style>
            <a:lnRef idx="2">
              <a:schemeClr val="accent1"/>
            </a:lnRef>
            <a:fillRef idx="0">
              <a:schemeClr val="accent1"/>
            </a:fillRef>
            <a:effectRef idx="1">
              <a:schemeClr val="accent1"/>
            </a:effectRef>
            <a:fontRef idx="minor">
              <a:schemeClr val="tx1"/>
            </a:fontRef>
          </p:style>
        </p:cxnSp>
        <p:cxnSp>
          <p:nvCxnSpPr>
            <p:cNvPr id="109" name="Connettore 1 108"/>
            <p:cNvCxnSpPr/>
            <p:nvPr userDrawn="1"/>
          </p:nvCxnSpPr>
          <p:spPr>
            <a:xfrm>
              <a:off x="15658439" y="275867"/>
              <a:ext cx="0" cy="567843"/>
            </a:xfrm>
            <a:prstGeom prst="line">
              <a:avLst/>
            </a:prstGeom>
            <a:ln w="12700">
              <a:solidFill>
                <a:schemeClr val="bg1"/>
              </a:solidFill>
            </a:ln>
            <a:effectLst/>
          </p:spPr>
          <p:style>
            <a:lnRef idx="2">
              <a:schemeClr val="accent1"/>
            </a:lnRef>
            <a:fillRef idx="0">
              <a:schemeClr val="accent1"/>
            </a:fillRef>
            <a:effectRef idx="1">
              <a:schemeClr val="accent1"/>
            </a:effectRef>
            <a:fontRef idx="minor">
              <a:schemeClr val="tx1"/>
            </a:fontRef>
          </p:style>
        </p:cxnSp>
        <p:cxnSp>
          <p:nvCxnSpPr>
            <p:cNvPr id="110" name="Connettore 1 109"/>
            <p:cNvCxnSpPr/>
            <p:nvPr userDrawn="1"/>
          </p:nvCxnSpPr>
          <p:spPr>
            <a:xfrm>
              <a:off x="15807306" y="275867"/>
              <a:ext cx="0" cy="567843"/>
            </a:xfrm>
            <a:prstGeom prst="line">
              <a:avLst/>
            </a:prstGeom>
            <a:ln w="12700">
              <a:solidFill>
                <a:schemeClr val="bg1"/>
              </a:solidFill>
            </a:ln>
            <a:effectLst/>
          </p:spPr>
          <p:style>
            <a:lnRef idx="2">
              <a:schemeClr val="accent1"/>
            </a:lnRef>
            <a:fillRef idx="0">
              <a:schemeClr val="accent1"/>
            </a:fillRef>
            <a:effectRef idx="1">
              <a:schemeClr val="accent1"/>
            </a:effectRef>
            <a:fontRef idx="minor">
              <a:schemeClr val="tx1"/>
            </a:fontRef>
          </p:style>
        </p:cxnSp>
        <p:cxnSp>
          <p:nvCxnSpPr>
            <p:cNvPr id="111" name="Connettore 1 110"/>
            <p:cNvCxnSpPr/>
            <p:nvPr userDrawn="1"/>
          </p:nvCxnSpPr>
          <p:spPr>
            <a:xfrm>
              <a:off x="15956173" y="275867"/>
              <a:ext cx="0" cy="567843"/>
            </a:xfrm>
            <a:prstGeom prst="line">
              <a:avLst/>
            </a:prstGeom>
            <a:ln w="12700">
              <a:solidFill>
                <a:schemeClr val="bg1"/>
              </a:solidFill>
            </a:ln>
            <a:effectLst/>
          </p:spPr>
          <p:style>
            <a:lnRef idx="2">
              <a:schemeClr val="accent1"/>
            </a:lnRef>
            <a:fillRef idx="0">
              <a:schemeClr val="accent1"/>
            </a:fillRef>
            <a:effectRef idx="1">
              <a:schemeClr val="accent1"/>
            </a:effectRef>
            <a:fontRef idx="minor">
              <a:schemeClr val="tx1"/>
            </a:fontRef>
          </p:style>
        </p:cxnSp>
        <p:cxnSp>
          <p:nvCxnSpPr>
            <p:cNvPr id="112" name="Connettore 1 111"/>
            <p:cNvCxnSpPr/>
            <p:nvPr userDrawn="1"/>
          </p:nvCxnSpPr>
          <p:spPr>
            <a:xfrm>
              <a:off x="16105040" y="275867"/>
              <a:ext cx="0" cy="567843"/>
            </a:xfrm>
            <a:prstGeom prst="line">
              <a:avLst/>
            </a:prstGeom>
            <a:ln w="12700">
              <a:solidFill>
                <a:schemeClr val="bg1"/>
              </a:solidFill>
            </a:ln>
            <a:effectLst/>
          </p:spPr>
          <p:style>
            <a:lnRef idx="2">
              <a:schemeClr val="accent1"/>
            </a:lnRef>
            <a:fillRef idx="0">
              <a:schemeClr val="accent1"/>
            </a:fillRef>
            <a:effectRef idx="1">
              <a:schemeClr val="accent1"/>
            </a:effectRef>
            <a:fontRef idx="minor">
              <a:schemeClr val="tx1"/>
            </a:fontRef>
          </p:style>
        </p:cxnSp>
        <p:cxnSp>
          <p:nvCxnSpPr>
            <p:cNvPr id="113" name="Connettore 1 112"/>
            <p:cNvCxnSpPr/>
            <p:nvPr userDrawn="1"/>
          </p:nvCxnSpPr>
          <p:spPr>
            <a:xfrm>
              <a:off x="16253907" y="275867"/>
              <a:ext cx="0" cy="567843"/>
            </a:xfrm>
            <a:prstGeom prst="line">
              <a:avLst/>
            </a:prstGeom>
            <a:ln w="12700">
              <a:solidFill>
                <a:schemeClr val="bg1"/>
              </a:solidFill>
            </a:ln>
            <a:effectLst/>
          </p:spPr>
          <p:style>
            <a:lnRef idx="2">
              <a:schemeClr val="accent1"/>
            </a:lnRef>
            <a:fillRef idx="0">
              <a:schemeClr val="accent1"/>
            </a:fillRef>
            <a:effectRef idx="1">
              <a:schemeClr val="accent1"/>
            </a:effectRef>
            <a:fontRef idx="minor">
              <a:schemeClr val="tx1"/>
            </a:fontRef>
          </p:style>
        </p:cxnSp>
        <p:cxnSp>
          <p:nvCxnSpPr>
            <p:cNvPr id="114" name="Connettore 1 113"/>
            <p:cNvCxnSpPr/>
            <p:nvPr userDrawn="1"/>
          </p:nvCxnSpPr>
          <p:spPr>
            <a:xfrm>
              <a:off x="16402774" y="275867"/>
              <a:ext cx="0" cy="567843"/>
            </a:xfrm>
            <a:prstGeom prst="line">
              <a:avLst/>
            </a:prstGeom>
            <a:ln w="12700">
              <a:solidFill>
                <a:schemeClr val="bg1"/>
              </a:solidFill>
            </a:ln>
            <a:effectLst/>
          </p:spPr>
          <p:style>
            <a:lnRef idx="2">
              <a:schemeClr val="accent1"/>
            </a:lnRef>
            <a:fillRef idx="0">
              <a:schemeClr val="accent1"/>
            </a:fillRef>
            <a:effectRef idx="1">
              <a:schemeClr val="accent1"/>
            </a:effectRef>
            <a:fontRef idx="minor">
              <a:schemeClr val="tx1"/>
            </a:fontRef>
          </p:style>
        </p:cxnSp>
        <p:cxnSp>
          <p:nvCxnSpPr>
            <p:cNvPr id="115" name="Connettore 1 114"/>
            <p:cNvCxnSpPr/>
            <p:nvPr userDrawn="1"/>
          </p:nvCxnSpPr>
          <p:spPr>
            <a:xfrm>
              <a:off x="16551641" y="275867"/>
              <a:ext cx="0" cy="567843"/>
            </a:xfrm>
            <a:prstGeom prst="line">
              <a:avLst/>
            </a:prstGeom>
            <a:ln w="12700">
              <a:solidFill>
                <a:schemeClr val="bg1"/>
              </a:solidFill>
            </a:ln>
            <a:effectLst/>
          </p:spPr>
          <p:style>
            <a:lnRef idx="2">
              <a:schemeClr val="accent1"/>
            </a:lnRef>
            <a:fillRef idx="0">
              <a:schemeClr val="accent1"/>
            </a:fillRef>
            <a:effectRef idx="1">
              <a:schemeClr val="accent1"/>
            </a:effectRef>
            <a:fontRef idx="minor">
              <a:schemeClr val="tx1"/>
            </a:fontRef>
          </p:style>
        </p:cxnSp>
        <p:cxnSp>
          <p:nvCxnSpPr>
            <p:cNvPr id="116" name="Connettore 1 115"/>
            <p:cNvCxnSpPr/>
            <p:nvPr userDrawn="1"/>
          </p:nvCxnSpPr>
          <p:spPr>
            <a:xfrm>
              <a:off x="16700508" y="275867"/>
              <a:ext cx="0" cy="567843"/>
            </a:xfrm>
            <a:prstGeom prst="line">
              <a:avLst/>
            </a:prstGeom>
            <a:ln w="12700">
              <a:solidFill>
                <a:schemeClr val="bg1"/>
              </a:solidFill>
            </a:ln>
            <a:effectLst/>
          </p:spPr>
          <p:style>
            <a:lnRef idx="2">
              <a:schemeClr val="accent1"/>
            </a:lnRef>
            <a:fillRef idx="0">
              <a:schemeClr val="accent1"/>
            </a:fillRef>
            <a:effectRef idx="1">
              <a:schemeClr val="accent1"/>
            </a:effectRef>
            <a:fontRef idx="minor">
              <a:schemeClr val="tx1"/>
            </a:fontRef>
          </p:style>
        </p:cxnSp>
        <p:cxnSp>
          <p:nvCxnSpPr>
            <p:cNvPr id="117" name="Connettore 1 116"/>
            <p:cNvCxnSpPr/>
            <p:nvPr userDrawn="1"/>
          </p:nvCxnSpPr>
          <p:spPr>
            <a:xfrm>
              <a:off x="16849375" y="275867"/>
              <a:ext cx="0" cy="567843"/>
            </a:xfrm>
            <a:prstGeom prst="line">
              <a:avLst/>
            </a:prstGeom>
            <a:ln w="12700">
              <a:solidFill>
                <a:schemeClr val="bg1"/>
              </a:solidFill>
            </a:ln>
            <a:effectLst/>
          </p:spPr>
          <p:style>
            <a:lnRef idx="2">
              <a:schemeClr val="accent1"/>
            </a:lnRef>
            <a:fillRef idx="0">
              <a:schemeClr val="accent1"/>
            </a:fillRef>
            <a:effectRef idx="1">
              <a:schemeClr val="accent1"/>
            </a:effectRef>
            <a:fontRef idx="minor">
              <a:schemeClr val="tx1"/>
            </a:fontRef>
          </p:style>
        </p:cxnSp>
        <p:cxnSp>
          <p:nvCxnSpPr>
            <p:cNvPr id="118" name="Connettore 1 117"/>
            <p:cNvCxnSpPr/>
            <p:nvPr userDrawn="1"/>
          </p:nvCxnSpPr>
          <p:spPr>
            <a:xfrm>
              <a:off x="16998242" y="275867"/>
              <a:ext cx="0" cy="567843"/>
            </a:xfrm>
            <a:prstGeom prst="line">
              <a:avLst/>
            </a:prstGeom>
            <a:ln w="12700">
              <a:solidFill>
                <a:schemeClr val="bg1"/>
              </a:solidFill>
            </a:ln>
            <a:effectLst/>
          </p:spPr>
          <p:style>
            <a:lnRef idx="2">
              <a:schemeClr val="accent1"/>
            </a:lnRef>
            <a:fillRef idx="0">
              <a:schemeClr val="accent1"/>
            </a:fillRef>
            <a:effectRef idx="1">
              <a:schemeClr val="accent1"/>
            </a:effectRef>
            <a:fontRef idx="minor">
              <a:schemeClr val="tx1"/>
            </a:fontRef>
          </p:style>
        </p:cxnSp>
        <p:cxnSp>
          <p:nvCxnSpPr>
            <p:cNvPr id="119" name="Connettore 1 118"/>
            <p:cNvCxnSpPr/>
            <p:nvPr userDrawn="1"/>
          </p:nvCxnSpPr>
          <p:spPr>
            <a:xfrm>
              <a:off x="17147109" y="275867"/>
              <a:ext cx="0" cy="567843"/>
            </a:xfrm>
            <a:prstGeom prst="line">
              <a:avLst/>
            </a:prstGeom>
            <a:ln w="12700">
              <a:solidFill>
                <a:schemeClr val="bg1"/>
              </a:solidFill>
            </a:ln>
            <a:effectLst/>
          </p:spPr>
          <p:style>
            <a:lnRef idx="2">
              <a:schemeClr val="accent1"/>
            </a:lnRef>
            <a:fillRef idx="0">
              <a:schemeClr val="accent1"/>
            </a:fillRef>
            <a:effectRef idx="1">
              <a:schemeClr val="accent1"/>
            </a:effectRef>
            <a:fontRef idx="minor">
              <a:schemeClr val="tx1"/>
            </a:fontRef>
          </p:style>
        </p:cxnSp>
        <p:cxnSp>
          <p:nvCxnSpPr>
            <p:cNvPr id="120" name="Connettore 1 119"/>
            <p:cNvCxnSpPr/>
            <p:nvPr userDrawn="1"/>
          </p:nvCxnSpPr>
          <p:spPr>
            <a:xfrm>
              <a:off x="17295976" y="275867"/>
              <a:ext cx="0" cy="567843"/>
            </a:xfrm>
            <a:prstGeom prst="line">
              <a:avLst/>
            </a:prstGeom>
            <a:ln w="12700">
              <a:solidFill>
                <a:schemeClr val="bg1"/>
              </a:solidFill>
            </a:ln>
            <a:effectLst/>
          </p:spPr>
          <p:style>
            <a:lnRef idx="2">
              <a:schemeClr val="accent1"/>
            </a:lnRef>
            <a:fillRef idx="0">
              <a:schemeClr val="accent1"/>
            </a:fillRef>
            <a:effectRef idx="1">
              <a:schemeClr val="accent1"/>
            </a:effectRef>
            <a:fontRef idx="minor">
              <a:schemeClr val="tx1"/>
            </a:fontRef>
          </p:style>
        </p:cxnSp>
        <p:cxnSp>
          <p:nvCxnSpPr>
            <p:cNvPr id="121" name="Connettore 1 120"/>
            <p:cNvCxnSpPr/>
            <p:nvPr userDrawn="1"/>
          </p:nvCxnSpPr>
          <p:spPr>
            <a:xfrm>
              <a:off x="17444843" y="275867"/>
              <a:ext cx="0" cy="567843"/>
            </a:xfrm>
            <a:prstGeom prst="line">
              <a:avLst/>
            </a:prstGeom>
            <a:ln w="12700">
              <a:solidFill>
                <a:schemeClr val="bg1"/>
              </a:solidFill>
            </a:ln>
            <a:effectLst/>
          </p:spPr>
          <p:style>
            <a:lnRef idx="2">
              <a:schemeClr val="accent1"/>
            </a:lnRef>
            <a:fillRef idx="0">
              <a:schemeClr val="accent1"/>
            </a:fillRef>
            <a:effectRef idx="1">
              <a:schemeClr val="accent1"/>
            </a:effectRef>
            <a:fontRef idx="minor">
              <a:schemeClr val="tx1"/>
            </a:fontRef>
          </p:style>
        </p:cxnSp>
        <p:cxnSp>
          <p:nvCxnSpPr>
            <p:cNvPr id="122" name="Connettore 1 121"/>
            <p:cNvCxnSpPr/>
            <p:nvPr userDrawn="1"/>
          </p:nvCxnSpPr>
          <p:spPr>
            <a:xfrm>
              <a:off x="17593710" y="275867"/>
              <a:ext cx="0" cy="567843"/>
            </a:xfrm>
            <a:prstGeom prst="line">
              <a:avLst/>
            </a:prstGeom>
            <a:ln w="12700">
              <a:solidFill>
                <a:schemeClr val="bg1"/>
              </a:solidFill>
            </a:ln>
            <a:effectLst/>
          </p:spPr>
          <p:style>
            <a:lnRef idx="2">
              <a:schemeClr val="accent1"/>
            </a:lnRef>
            <a:fillRef idx="0">
              <a:schemeClr val="accent1"/>
            </a:fillRef>
            <a:effectRef idx="1">
              <a:schemeClr val="accent1"/>
            </a:effectRef>
            <a:fontRef idx="minor">
              <a:schemeClr val="tx1"/>
            </a:fontRef>
          </p:style>
        </p:cxnSp>
        <p:cxnSp>
          <p:nvCxnSpPr>
            <p:cNvPr id="123" name="Connettore 1 122"/>
            <p:cNvCxnSpPr/>
            <p:nvPr userDrawn="1"/>
          </p:nvCxnSpPr>
          <p:spPr>
            <a:xfrm>
              <a:off x="17742577" y="275867"/>
              <a:ext cx="0" cy="567843"/>
            </a:xfrm>
            <a:prstGeom prst="line">
              <a:avLst/>
            </a:prstGeom>
            <a:ln w="12700">
              <a:solidFill>
                <a:schemeClr val="bg1"/>
              </a:solidFill>
            </a:ln>
            <a:effectLst/>
          </p:spPr>
          <p:style>
            <a:lnRef idx="2">
              <a:schemeClr val="accent1"/>
            </a:lnRef>
            <a:fillRef idx="0">
              <a:schemeClr val="accent1"/>
            </a:fillRef>
            <a:effectRef idx="1">
              <a:schemeClr val="accent1"/>
            </a:effectRef>
            <a:fontRef idx="minor">
              <a:schemeClr val="tx1"/>
            </a:fontRef>
          </p:style>
        </p:cxnSp>
        <p:cxnSp>
          <p:nvCxnSpPr>
            <p:cNvPr id="124" name="Connettore 1 123"/>
            <p:cNvCxnSpPr/>
            <p:nvPr userDrawn="1"/>
          </p:nvCxnSpPr>
          <p:spPr>
            <a:xfrm>
              <a:off x="17891444" y="275867"/>
              <a:ext cx="0" cy="567843"/>
            </a:xfrm>
            <a:prstGeom prst="line">
              <a:avLst/>
            </a:prstGeom>
            <a:ln w="12700">
              <a:solidFill>
                <a:schemeClr val="bg1"/>
              </a:solidFill>
            </a:ln>
            <a:effectLst/>
          </p:spPr>
          <p:style>
            <a:lnRef idx="2">
              <a:schemeClr val="accent1"/>
            </a:lnRef>
            <a:fillRef idx="0">
              <a:schemeClr val="accent1"/>
            </a:fillRef>
            <a:effectRef idx="1">
              <a:schemeClr val="accent1"/>
            </a:effectRef>
            <a:fontRef idx="minor">
              <a:schemeClr val="tx1"/>
            </a:fontRef>
          </p:style>
        </p:cxnSp>
        <p:cxnSp>
          <p:nvCxnSpPr>
            <p:cNvPr id="125" name="Connettore 1 124"/>
            <p:cNvCxnSpPr/>
            <p:nvPr userDrawn="1"/>
          </p:nvCxnSpPr>
          <p:spPr>
            <a:xfrm>
              <a:off x="18040311" y="275867"/>
              <a:ext cx="0" cy="567843"/>
            </a:xfrm>
            <a:prstGeom prst="line">
              <a:avLst/>
            </a:prstGeom>
            <a:ln w="12700">
              <a:solidFill>
                <a:schemeClr val="bg1"/>
              </a:solidFill>
            </a:ln>
            <a:effectLst/>
          </p:spPr>
          <p:style>
            <a:lnRef idx="2">
              <a:schemeClr val="accent1"/>
            </a:lnRef>
            <a:fillRef idx="0">
              <a:schemeClr val="accent1"/>
            </a:fillRef>
            <a:effectRef idx="1">
              <a:schemeClr val="accent1"/>
            </a:effectRef>
            <a:fontRef idx="minor">
              <a:schemeClr val="tx1"/>
            </a:fontRef>
          </p:style>
        </p:cxnSp>
        <p:cxnSp>
          <p:nvCxnSpPr>
            <p:cNvPr id="126" name="Connettore 1 125"/>
            <p:cNvCxnSpPr/>
            <p:nvPr userDrawn="1"/>
          </p:nvCxnSpPr>
          <p:spPr>
            <a:xfrm>
              <a:off x="18189178" y="275867"/>
              <a:ext cx="0" cy="567843"/>
            </a:xfrm>
            <a:prstGeom prst="line">
              <a:avLst/>
            </a:prstGeom>
            <a:ln w="12700">
              <a:solidFill>
                <a:schemeClr val="bg1"/>
              </a:solidFill>
            </a:ln>
            <a:effectLst/>
          </p:spPr>
          <p:style>
            <a:lnRef idx="2">
              <a:schemeClr val="accent1"/>
            </a:lnRef>
            <a:fillRef idx="0">
              <a:schemeClr val="accent1"/>
            </a:fillRef>
            <a:effectRef idx="1">
              <a:schemeClr val="accent1"/>
            </a:effectRef>
            <a:fontRef idx="minor">
              <a:schemeClr val="tx1"/>
            </a:fontRef>
          </p:style>
        </p:cxnSp>
        <p:cxnSp>
          <p:nvCxnSpPr>
            <p:cNvPr id="127" name="Connettore 1 126"/>
            <p:cNvCxnSpPr/>
            <p:nvPr userDrawn="1"/>
          </p:nvCxnSpPr>
          <p:spPr>
            <a:xfrm>
              <a:off x="18338045" y="275867"/>
              <a:ext cx="0" cy="567843"/>
            </a:xfrm>
            <a:prstGeom prst="line">
              <a:avLst/>
            </a:prstGeom>
            <a:ln w="12700">
              <a:solidFill>
                <a:schemeClr val="bg1"/>
              </a:solidFill>
            </a:ln>
            <a:effectLst/>
          </p:spPr>
          <p:style>
            <a:lnRef idx="2">
              <a:schemeClr val="accent1"/>
            </a:lnRef>
            <a:fillRef idx="0">
              <a:schemeClr val="accent1"/>
            </a:fillRef>
            <a:effectRef idx="1">
              <a:schemeClr val="accent1"/>
            </a:effectRef>
            <a:fontRef idx="minor">
              <a:schemeClr val="tx1"/>
            </a:fontRef>
          </p:style>
        </p:cxnSp>
        <p:cxnSp>
          <p:nvCxnSpPr>
            <p:cNvPr id="128" name="Connettore 1 127"/>
            <p:cNvCxnSpPr/>
            <p:nvPr userDrawn="1"/>
          </p:nvCxnSpPr>
          <p:spPr>
            <a:xfrm>
              <a:off x="18486912" y="275867"/>
              <a:ext cx="0" cy="567843"/>
            </a:xfrm>
            <a:prstGeom prst="line">
              <a:avLst/>
            </a:prstGeom>
            <a:ln w="12700">
              <a:solidFill>
                <a:schemeClr val="bg1"/>
              </a:solidFill>
            </a:ln>
            <a:effectLst/>
          </p:spPr>
          <p:style>
            <a:lnRef idx="2">
              <a:schemeClr val="accent1"/>
            </a:lnRef>
            <a:fillRef idx="0">
              <a:schemeClr val="accent1"/>
            </a:fillRef>
            <a:effectRef idx="1">
              <a:schemeClr val="accent1"/>
            </a:effectRef>
            <a:fontRef idx="minor">
              <a:schemeClr val="tx1"/>
            </a:fontRef>
          </p:style>
        </p:cxnSp>
        <p:cxnSp>
          <p:nvCxnSpPr>
            <p:cNvPr id="129" name="Connettore 1 128"/>
            <p:cNvCxnSpPr/>
            <p:nvPr userDrawn="1"/>
          </p:nvCxnSpPr>
          <p:spPr>
            <a:xfrm>
              <a:off x="18635779" y="275867"/>
              <a:ext cx="0" cy="567843"/>
            </a:xfrm>
            <a:prstGeom prst="line">
              <a:avLst/>
            </a:prstGeom>
            <a:ln w="12700">
              <a:solidFill>
                <a:schemeClr val="bg1"/>
              </a:solidFill>
            </a:ln>
            <a:effectLst/>
          </p:spPr>
          <p:style>
            <a:lnRef idx="2">
              <a:schemeClr val="accent1"/>
            </a:lnRef>
            <a:fillRef idx="0">
              <a:schemeClr val="accent1"/>
            </a:fillRef>
            <a:effectRef idx="1">
              <a:schemeClr val="accent1"/>
            </a:effectRef>
            <a:fontRef idx="minor">
              <a:schemeClr val="tx1"/>
            </a:fontRef>
          </p:style>
        </p:cxnSp>
        <p:cxnSp>
          <p:nvCxnSpPr>
            <p:cNvPr id="130" name="Connettore 1 129"/>
            <p:cNvCxnSpPr/>
            <p:nvPr userDrawn="1"/>
          </p:nvCxnSpPr>
          <p:spPr>
            <a:xfrm>
              <a:off x="18784646" y="275867"/>
              <a:ext cx="0" cy="567843"/>
            </a:xfrm>
            <a:prstGeom prst="line">
              <a:avLst/>
            </a:prstGeom>
            <a:ln w="12700">
              <a:solidFill>
                <a:schemeClr val="bg1"/>
              </a:solidFill>
            </a:ln>
            <a:effectLst/>
          </p:spPr>
          <p:style>
            <a:lnRef idx="2">
              <a:schemeClr val="accent1"/>
            </a:lnRef>
            <a:fillRef idx="0">
              <a:schemeClr val="accent1"/>
            </a:fillRef>
            <a:effectRef idx="1">
              <a:schemeClr val="accent1"/>
            </a:effectRef>
            <a:fontRef idx="minor">
              <a:schemeClr val="tx1"/>
            </a:fontRef>
          </p:style>
        </p:cxnSp>
        <p:cxnSp>
          <p:nvCxnSpPr>
            <p:cNvPr id="131" name="Connettore 1 130"/>
            <p:cNvCxnSpPr/>
            <p:nvPr userDrawn="1"/>
          </p:nvCxnSpPr>
          <p:spPr>
            <a:xfrm>
              <a:off x="18933462" y="275867"/>
              <a:ext cx="0" cy="567843"/>
            </a:xfrm>
            <a:prstGeom prst="line">
              <a:avLst/>
            </a:prstGeom>
            <a:ln w="12700">
              <a:solidFill>
                <a:schemeClr val="bg1"/>
              </a:solidFill>
            </a:ln>
            <a:effectLst/>
          </p:spPr>
          <p:style>
            <a:lnRef idx="2">
              <a:schemeClr val="accent1"/>
            </a:lnRef>
            <a:fillRef idx="0">
              <a:schemeClr val="accent1"/>
            </a:fillRef>
            <a:effectRef idx="1">
              <a:schemeClr val="accent1"/>
            </a:effectRef>
            <a:fontRef idx="minor">
              <a:schemeClr val="tx1"/>
            </a:fontRef>
          </p:style>
        </p:cxnSp>
      </p:grpSp>
      <p:sp>
        <p:nvSpPr>
          <p:cNvPr id="132" name="Titolo 1"/>
          <p:cNvSpPr txBox="1">
            <a:spLocks/>
          </p:cNvSpPr>
          <p:nvPr/>
        </p:nvSpPr>
        <p:spPr>
          <a:xfrm>
            <a:off x="641534" y="4149725"/>
            <a:ext cx="7772400" cy="968375"/>
          </a:xfrm>
          <a:prstGeom prst="rect">
            <a:avLst/>
          </a:prstGeom>
        </p:spPr>
        <p:txBody>
          <a:bodyPr>
            <a:normAutofit/>
          </a:bodyPr>
          <a:lstStyle>
            <a:lvl1pPr marL="0" indent="0" algn="l" defTabSz="457200" rtl="0" eaLnBrk="1" latinLnBrk="0" hangingPunct="1">
              <a:spcBef>
                <a:spcPct val="0"/>
              </a:spcBef>
              <a:buNone/>
              <a:defRPr sz="3600" b="1" kern="1200">
                <a:solidFill>
                  <a:schemeClr val="bg1"/>
                </a:solidFill>
                <a:latin typeface="Arial"/>
                <a:ea typeface="+mj-ea"/>
                <a:cs typeface="Arial"/>
              </a:defRPr>
            </a:lvl1pPr>
          </a:lstStyle>
          <a:p>
            <a:pPr algn="ctr"/>
            <a:r>
              <a:rPr lang="it-IT" dirty="0"/>
              <a:t>NONPARAMETRIC PROJECT</a:t>
            </a:r>
          </a:p>
        </p:txBody>
      </p:sp>
      <p:sp>
        <p:nvSpPr>
          <p:cNvPr id="133" name="Sottotitolo 2"/>
          <p:cNvSpPr txBox="1">
            <a:spLocks/>
          </p:cNvSpPr>
          <p:nvPr/>
        </p:nvSpPr>
        <p:spPr>
          <a:xfrm>
            <a:off x="641534" y="5118100"/>
            <a:ext cx="7772400" cy="1333500"/>
          </a:xfrm>
          <a:prstGeom prst="rect">
            <a:avLst/>
          </a:prstGeom>
        </p:spPr>
        <p:txBody>
          <a:bodyPr/>
          <a:lstStyle>
            <a:lvl1pPr marL="0" indent="0" algn="l" defTabSz="457200" rtl="0" eaLnBrk="1" latinLnBrk="0" hangingPunct="1">
              <a:spcBef>
                <a:spcPct val="20000"/>
              </a:spcBef>
              <a:buFont typeface="Wingdings" charset="2"/>
              <a:buNone/>
              <a:defRPr sz="2200" kern="1200">
                <a:solidFill>
                  <a:schemeClr val="tx1">
                    <a:tint val="75000"/>
                  </a:schemeClr>
                </a:solidFill>
                <a:latin typeface="Arial"/>
                <a:ea typeface="+mn-ea"/>
                <a:cs typeface="Arial"/>
              </a:defRPr>
            </a:lvl1pPr>
            <a:lvl2pPr marL="457200" indent="0" algn="ctr" defTabSz="457200" rtl="0" eaLnBrk="1" latinLnBrk="0" hangingPunct="1">
              <a:spcBef>
                <a:spcPct val="20000"/>
              </a:spcBef>
              <a:buFont typeface="Arial"/>
              <a:buNone/>
              <a:defRPr sz="2200" kern="1200">
                <a:solidFill>
                  <a:schemeClr val="tx1">
                    <a:tint val="75000"/>
                  </a:schemeClr>
                </a:solidFill>
                <a:latin typeface="Arial"/>
                <a:ea typeface="+mn-ea"/>
                <a:cs typeface="Arial"/>
              </a:defRPr>
            </a:lvl2pPr>
            <a:lvl3pPr marL="914400" indent="0" algn="ctr" defTabSz="457200" rtl="0" eaLnBrk="1" latinLnBrk="0" hangingPunct="1">
              <a:spcBef>
                <a:spcPct val="20000"/>
              </a:spcBef>
              <a:buFont typeface="Arial"/>
              <a:buNone/>
              <a:defRPr sz="2200" kern="1200">
                <a:solidFill>
                  <a:schemeClr val="tx1">
                    <a:tint val="75000"/>
                  </a:schemeClr>
                </a:solidFill>
                <a:latin typeface="Arial"/>
                <a:ea typeface="+mn-ea"/>
                <a:cs typeface="Arial"/>
              </a:defRPr>
            </a:lvl3pPr>
            <a:lvl4pPr marL="1371600" indent="0" algn="ctr" defTabSz="457200" rtl="0" eaLnBrk="1" latinLnBrk="0" hangingPunct="1">
              <a:spcBef>
                <a:spcPct val="20000"/>
              </a:spcBef>
              <a:buFont typeface="Arial"/>
              <a:buNone/>
              <a:defRPr sz="2200" kern="1200">
                <a:solidFill>
                  <a:schemeClr val="tx1">
                    <a:tint val="75000"/>
                  </a:schemeClr>
                </a:solidFill>
                <a:latin typeface="Arial"/>
                <a:ea typeface="+mn-ea"/>
                <a:cs typeface="Arial"/>
              </a:defRPr>
            </a:lvl4pPr>
            <a:lvl5pPr marL="1828800" indent="0" algn="ctr" defTabSz="457200" rtl="0" eaLnBrk="1" latinLnBrk="0" hangingPunct="1">
              <a:spcBef>
                <a:spcPct val="20000"/>
              </a:spcBef>
              <a:buFont typeface="Arial"/>
              <a:buNone/>
              <a:defRPr sz="2200" kern="1200">
                <a:solidFill>
                  <a:schemeClr val="tx1">
                    <a:tint val="75000"/>
                  </a:schemeClr>
                </a:solidFill>
                <a:latin typeface="Arial"/>
                <a:ea typeface="+mn-ea"/>
                <a:cs typeface="Arial"/>
              </a:defRPr>
            </a:lvl5pPr>
            <a:lvl6pPr marL="2286000" indent="0" algn="ctr" defTabSz="457200" rtl="0" eaLnBrk="1" latinLnBrk="0" hangingPunct="1">
              <a:spcBef>
                <a:spcPct val="20000"/>
              </a:spcBef>
              <a:buFont typeface="Arial"/>
              <a:buNone/>
              <a:defRPr sz="2000" kern="1200">
                <a:solidFill>
                  <a:schemeClr val="tx1">
                    <a:tint val="75000"/>
                  </a:schemeClr>
                </a:solidFill>
                <a:latin typeface="+mn-lt"/>
                <a:ea typeface="+mn-ea"/>
                <a:cs typeface="+mn-cs"/>
              </a:defRPr>
            </a:lvl6pPr>
            <a:lvl7pPr marL="2743200" indent="0" algn="ctr" defTabSz="457200" rtl="0" eaLnBrk="1" latinLnBrk="0" hangingPunct="1">
              <a:spcBef>
                <a:spcPct val="20000"/>
              </a:spcBef>
              <a:buFont typeface="Arial"/>
              <a:buNone/>
              <a:defRPr sz="2000" kern="1200">
                <a:solidFill>
                  <a:schemeClr val="tx1">
                    <a:tint val="75000"/>
                  </a:schemeClr>
                </a:solidFill>
                <a:latin typeface="+mn-lt"/>
                <a:ea typeface="+mn-ea"/>
                <a:cs typeface="+mn-cs"/>
              </a:defRPr>
            </a:lvl7pPr>
            <a:lvl8pPr marL="3200400" indent="0" algn="ctr" defTabSz="457200" rtl="0" eaLnBrk="1" latinLnBrk="0" hangingPunct="1">
              <a:spcBef>
                <a:spcPct val="20000"/>
              </a:spcBef>
              <a:buFont typeface="Arial"/>
              <a:buNone/>
              <a:defRPr sz="2000" kern="1200">
                <a:solidFill>
                  <a:schemeClr val="tx1">
                    <a:tint val="75000"/>
                  </a:schemeClr>
                </a:solidFill>
                <a:latin typeface="+mn-lt"/>
                <a:ea typeface="+mn-ea"/>
                <a:cs typeface="+mn-cs"/>
              </a:defRPr>
            </a:lvl8pPr>
            <a:lvl9pPr marL="3657600" indent="0" algn="ctr" defTabSz="457200" rtl="0" eaLnBrk="1" latinLnBrk="0" hangingPunct="1">
              <a:spcBef>
                <a:spcPct val="20000"/>
              </a:spcBef>
              <a:buFont typeface="Arial"/>
              <a:buNone/>
              <a:defRPr sz="2000" kern="1200">
                <a:solidFill>
                  <a:schemeClr val="tx1">
                    <a:tint val="75000"/>
                  </a:schemeClr>
                </a:solidFill>
                <a:latin typeface="+mn-lt"/>
                <a:ea typeface="+mn-ea"/>
                <a:cs typeface="+mn-cs"/>
              </a:defRPr>
            </a:lvl9pPr>
          </a:lstStyle>
          <a:p>
            <a:r>
              <a:rPr lang="it-IT" dirty="0">
                <a:solidFill>
                  <a:schemeClr val="bg1"/>
                </a:solidFill>
              </a:rPr>
              <a:t>Barbieri Claudio 10726610</a:t>
            </a:r>
          </a:p>
          <a:p>
            <a:r>
              <a:rPr lang="it-IT" dirty="0">
                <a:solidFill>
                  <a:schemeClr val="bg1"/>
                </a:solidFill>
              </a:rPr>
              <a:t>Fortuna Roberto 10766026</a:t>
            </a:r>
          </a:p>
          <a:p>
            <a:r>
              <a:rPr lang="it-IT">
                <a:solidFill>
                  <a:schemeClr val="bg1"/>
                </a:solidFill>
              </a:rPr>
              <a:t>Mars Sarra 11072589</a:t>
            </a:r>
            <a:endParaRPr lang="it-IT" dirty="0">
              <a:solidFill>
                <a:schemeClr val="bg1"/>
              </a:solidFill>
            </a:endParaRPr>
          </a:p>
        </p:txBody>
      </p:sp>
    </p:spTree>
    <p:extLst>
      <p:ext uri="{BB962C8B-B14F-4D97-AF65-F5344CB8AC3E}">
        <p14:creationId xmlns:p14="http://schemas.microsoft.com/office/powerpoint/2010/main" val="175111255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Immagine 6" descr="01_Polimi_centrato_COL_positivo.eps"/>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143250" y="1721149"/>
            <a:ext cx="2730901" cy="2126951"/>
          </a:xfrm>
          <a:prstGeom prst="rect">
            <a:avLst/>
          </a:prstGeom>
        </p:spPr>
      </p:pic>
      <p:sp>
        <p:nvSpPr>
          <p:cNvPr id="2" name="Titolo 1"/>
          <p:cNvSpPr>
            <a:spLocks noGrp="1"/>
          </p:cNvSpPr>
          <p:nvPr>
            <p:ph type="ctrTitle"/>
          </p:nvPr>
        </p:nvSpPr>
        <p:spPr>
          <a:xfrm>
            <a:off x="207034" y="4908849"/>
            <a:ext cx="8729932" cy="968375"/>
          </a:xfrm>
        </p:spPr>
        <p:txBody>
          <a:bodyPr>
            <a:normAutofit/>
          </a:bodyPr>
          <a:lstStyle/>
          <a:p>
            <a:r>
              <a:rPr lang="it-IT" dirty="0"/>
              <a:t>Bulk </a:t>
            </a:r>
            <a:r>
              <a:rPr lang="it-IT" dirty="0" err="1"/>
              <a:t>Density</a:t>
            </a:r>
            <a:r>
              <a:rPr lang="it-IT" dirty="0"/>
              <a:t> Analysis of </a:t>
            </a:r>
            <a:r>
              <a:rPr lang="it-IT" dirty="0" err="1"/>
              <a:t>European</a:t>
            </a:r>
            <a:r>
              <a:rPr lang="it-IT" dirty="0"/>
              <a:t> </a:t>
            </a:r>
            <a:r>
              <a:rPr lang="it-IT" dirty="0" err="1"/>
              <a:t>Soil</a:t>
            </a:r>
            <a:endParaRPr lang="it-IT" dirty="0"/>
          </a:p>
        </p:txBody>
      </p:sp>
    </p:spTree>
    <p:extLst>
      <p:ext uri="{BB962C8B-B14F-4D97-AF65-F5344CB8AC3E}">
        <p14:creationId xmlns:p14="http://schemas.microsoft.com/office/powerpoint/2010/main" val="49827083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olo 4"/>
          <p:cNvSpPr>
            <a:spLocks noGrp="1"/>
          </p:cNvSpPr>
          <p:nvPr>
            <p:ph type="ctrTitle" idx="4294967295"/>
          </p:nvPr>
        </p:nvSpPr>
        <p:spPr>
          <a:xfrm>
            <a:off x="641534" y="4149725"/>
            <a:ext cx="7772400" cy="968375"/>
          </a:xfrm>
        </p:spPr>
        <p:txBody>
          <a:bodyPr>
            <a:noAutofit/>
          </a:bodyPr>
          <a:lstStyle/>
          <a:p>
            <a:pPr algn="ctr"/>
            <a:r>
              <a:rPr lang="it-IT" sz="2800" dirty="0"/>
              <a:t>Firma convenzione </a:t>
            </a:r>
            <a:br>
              <a:rPr lang="it-IT" sz="2800" dirty="0"/>
            </a:br>
            <a:r>
              <a:rPr lang="it-IT" sz="2800" dirty="0"/>
              <a:t>Politecnico di Milano e Veneranda Fabbrica del Duomo di Milano</a:t>
            </a:r>
          </a:p>
        </p:txBody>
      </p:sp>
      <p:sp>
        <p:nvSpPr>
          <p:cNvPr id="11" name="Sottotitolo 10"/>
          <p:cNvSpPr>
            <a:spLocks noGrp="1"/>
          </p:cNvSpPr>
          <p:nvPr>
            <p:ph type="subTitle" idx="4294967295"/>
          </p:nvPr>
        </p:nvSpPr>
        <p:spPr>
          <a:xfrm>
            <a:off x="641534" y="5743574"/>
            <a:ext cx="7772400" cy="708025"/>
          </a:xfrm>
        </p:spPr>
        <p:txBody>
          <a:bodyPr>
            <a:normAutofit fontScale="92500" lnSpcReduction="10000"/>
          </a:bodyPr>
          <a:lstStyle/>
          <a:p>
            <a:pPr algn="ctr"/>
            <a:r>
              <a:rPr lang="it-IT" b="1" dirty="0">
                <a:solidFill>
                  <a:schemeClr val="bg1"/>
                </a:solidFill>
              </a:rPr>
              <a:t>Aula Magna – Rettorato</a:t>
            </a:r>
          </a:p>
          <a:p>
            <a:pPr algn="ctr"/>
            <a:r>
              <a:rPr lang="it-IT" b="1" dirty="0">
                <a:solidFill>
                  <a:schemeClr val="bg1"/>
                </a:solidFill>
              </a:rPr>
              <a:t>Mercoledì 27 maggio 2015</a:t>
            </a:r>
          </a:p>
          <a:p>
            <a:endParaRPr lang="it-IT" dirty="0"/>
          </a:p>
        </p:txBody>
      </p:sp>
      <p:pic>
        <p:nvPicPr>
          <p:cNvPr id="4" name="Immagin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113836" y="1663827"/>
            <a:ext cx="3084576" cy="1301496"/>
          </a:xfrm>
          <a:prstGeom prst="rect">
            <a:avLst/>
          </a:prstGeom>
        </p:spPr>
      </p:pic>
      <p:sp>
        <p:nvSpPr>
          <p:cNvPr id="7" name="Rettangolo 6"/>
          <p:cNvSpPr/>
          <p:nvPr/>
        </p:nvSpPr>
        <p:spPr>
          <a:xfrm>
            <a:off x="0" y="3832224"/>
            <a:ext cx="9144000" cy="3025776"/>
          </a:xfrm>
          <a:prstGeom prst="rect">
            <a:avLst/>
          </a:prstGeom>
          <a:solidFill>
            <a:srgbClr val="728F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it-IT"/>
          </a:p>
        </p:txBody>
      </p:sp>
      <p:grpSp>
        <p:nvGrpSpPr>
          <p:cNvPr id="8" name="Gruppo 7"/>
          <p:cNvGrpSpPr/>
          <p:nvPr/>
        </p:nvGrpSpPr>
        <p:grpSpPr>
          <a:xfrm>
            <a:off x="48007" y="3816351"/>
            <a:ext cx="9036647" cy="180000"/>
            <a:chOff x="1218340" y="275867"/>
            <a:chExt cx="17715122" cy="567843"/>
          </a:xfrm>
        </p:grpSpPr>
        <p:cxnSp>
          <p:nvCxnSpPr>
            <p:cNvPr id="9" name="Connettore 1 8"/>
            <p:cNvCxnSpPr/>
            <p:nvPr userDrawn="1"/>
          </p:nvCxnSpPr>
          <p:spPr>
            <a:xfrm>
              <a:off x="1218340" y="275867"/>
              <a:ext cx="0" cy="567843"/>
            </a:xfrm>
            <a:prstGeom prst="line">
              <a:avLst/>
            </a:prstGeom>
            <a:ln w="12700">
              <a:solidFill>
                <a:schemeClr val="bg1"/>
              </a:solidFill>
            </a:ln>
            <a:effectLst/>
          </p:spPr>
          <p:style>
            <a:lnRef idx="2">
              <a:schemeClr val="accent1"/>
            </a:lnRef>
            <a:fillRef idx="0">
              <a:schemeClr val="accent1"/>
            </a:fillRef>
            <a:effectRef idx="1">
              <a:schemeClr val="accent1"/>
            </a:effectRef>
            <a:fontRef idx="minor">
              <a:schemeClr val="tx1"/>
            </a:fontRef>
          </p:style>
        </p:cxnSp>
        <p:cxnSp>
          <p:nvCxnSpPr>
            <p:cNvPr id="10" name="Connettore 1 9"/>
            <p:cNvCxnSpPr/>
            <p:nvPr userDrawn="1"/>
          </p:nvCxnSpPr>
          <p:spPr>
            <a:xfrm>
              <a:off x="1367207" y="275867"/>
              <a:ext cx="0" cy="567843"/>
            </a:xfrm>
            <a:prstGeom prst="line">
              <a:avLst/>
            </a:prstGeom>
            <a:ln w="12700">
              <a:solidFill>
                <a:schemeClr val="bg1"/>
              </a:solidFill>
            </a:ln>
            <a:effectLst/>
          </p:spPr>
          <p:style>
            <a:lnRef idx="2">
              <a:schemeClr val="accent1"/>
            </a:lnRef>
            <a:fillRef idx="0">
              <a:schemeClr val="accent1"/>
            </a:fillRef>
            <a:effectRef idx="1">
              <a:schemeClr val="accent1"/>
            </a:effectRef>
            <a:fontRef idx="minor">
              <a:schemeClr val="tx1"/>
            </a:fontRef>
          </p:style>
        </p:cxnSp>
        <p:cxnSp>
          <p:nvCxnSpPr>
            <p:cNvPr id="12" name="Connettore 1 11"/>
            <p:cNvCxnSpPr/>
            <p:nvPr userDrawn="1"/>
          </p:nvCxnSpPr>
          <p:spPr>
            <a:xfrm>
              <a:off x="1516074" y="275867"/>
              <a:ext cx="0" cy="567843"/>
            </a:xfrm>
            <a:prstGeom prst="line">
              <a:avLst/>
            </a:prstGeom>
            <a:ln w="12700">
              <a:solidFill>
                <a:schemeClr val="bg1"/>
              </a:solidFill>
            </a:ln>
            <a:effectLst/>
          </p:spPr>
          <p:style>
            <a:lnRef idx="2">
              <a:schemeClr val="accent1"/>
            </a:lnRef>
            <a:fillRef idx="0">
              <a:schemeClr val="accent1"/>
            </a:fillRef>
            <a:effectRef idx="1">
              <a:schemeClr val="accent1"/>
            </a:effectRef>
            <a:fontRef idx="minor">
              <a:schemeClr val="tx1"/>
            </a:fontRef>
          </p:style>
        </p:cxnSp>
        <p:cxnSp>
          <p:nvCxnSpPr>
            <p:cNvPr id="13" name="Connettore 1 12"/>
            <p:cNvCxnSpPr/>
            <p:nvPr userDrawn="1"/>
          </p:nvCxnSpPr>
          <p:spPr>
            <a:xfrm>
              <a:off x="1664941" y="275867"/>
              <a:ext cx="0" cy="567843"/>
            </a:xfrm>
            <a:prstGeom prst="line">
              <a:avLst/>
            </a:prstGeom>
            <a:ln w="12700">
              <a:solidFill>
                <a:schemeClr val="bg1"/>
              </a:solidFill>
            </a:ln>
            <a:effectLst/>
          </p:spPr>
          <p:style>
            <a:lnRef idx="2">
              <a:schemeClr val="accent1"/>
            </a:lnRef>
            <a:fillRef idx="0">
              <a:schemeClr val="accent1"/>
            </a:fillRef>
            <a:effectRef idx="1">
              <a:schemeClr val="accent1"/>
            </a:effectRef>
            <a:fontRef idx="minor">
              <a:schemeClr val="tx1"/>
            </a:fontRef>
          </p:style>
        </p:cxnSp>
        <p:cxnSp>
          <p:nvCxnSpPr>
            <p:cNvPr id="14" name="Connettore 1 13"/>
            <p:cNvCxnSpPr/>
            <p:nvPr userDrawn="1"/>
          </p:nvCxnSpPr>
          <p:spPr>
            <a:xfrm>
              <a:off x="1813808" y="275867"/>
              <a:ext cx="0" cy="567843"/>
            </a:xfrm>
            <a:prstGeom prst="line">
              <a:avLst/>
            </a:prstGeom>
            <a:ln w="12700">
              <a:solidFill>
                <a:schemeClr val="bg1"/>
              </a:solidFill>
            </a:ln>
            <a:effectLst/>
          </p:spPr>
          <p:style>
            <a:lnRef idx="2">
              <a:schemeClr val="accent1"/>
            </a:lnRef>
            <a:fillRef idx="0">
              <a:schemeClr val="accent1"/>
            </a:fillRef>
            <a:effectRef idx="1">
              <a:schemeClr val="accent1"/>
            </a:effectRef>
            <a:fontRef idx="minor">
              <a:schemeClr val="tx1"/>
            </a:fontRef>
          </p:style>
        </p:cxnSp>
        <p:cxnSp>
          <p:nvCxnSpPr>
            <p:cNvPr id="15" name="Connettore 1 14"/>
            <p:cNvCxnSpPr/>
            <p:nvPr userDrawn="1"/>
          </p:nvCxnSpPr>
          <p:spPr>
            <a:xfrm>
              <a:off x="1962675" y="275867"/>
              <a:ext cx="0" cy="567843"/>
            </a:xfrm>
            <a:prstGeom prst="line">
              <a:avLst/>
            </a:prstGeom>
            <a:ln w="12700">
              <a:solidFill>
                <a:schemeClr val="bg1"/>
              </a:solidFill>
            </a:ln>
            <a:effectLst/>
          </p:spPr>
          <p:style>
            <a:lnRef idx="2">
              <a:schemeClr val="accent1"/>
            </a:lnRef>
            <a:fillRef idx="0">
              <a:schemeClr val="accent1"/>
            </a:fillRef>
            <a:effectRef idx="1">
              <a:schemeClr val="accent1"/>
            </a:effectRef>
            <a:fontRef idx="minor">
              <a:schemeClr val="tx1"/>
            </a:fontRef>
          </p:style>
        </p:cxnSp>
        <p:cxnSp>
          <p:nvCxnSpPr>
            <p:cNvPr id="16" name="Connettore 1 15"/>
            <p:cNvCxnSpPr/>
            <p:nvPr userDrawn="1"/>
          </p:nvCxnSpPr>
          <p:spPr>
            <a:xfrm>
              <a:off x="2111542" y="275867"/>
              <a:ext cx="0" cy="567843"/>
            </a:xfrm>
            <a:prstGeom prst="line">
              <a:avLst/>
            </a:prstGeom>
            <a:ln w="12700">
              <a:solidFill>
                <a:schemeClr val="bg1"/>
              </a:solidFill>
            </a:ln>
            <a:effectLst/>
          </p:spPr>
          <p:style>
            <a:lnRef idx="2">
              <a:schemeClr val="accent1"/>
            </a:lnRef>
            <a:fillRef idx="0">
              <a:schemeClr val="accent1"/>
            </a:fillRef>
            <a:effectRef idx="1">
              <a:schemeClr val="accent1"/>
            </a:effectRef>
            <a:fontRef idx="minor">
              <a:schemeClr val="tx1"/>
            </a:fontRef>
          </p:style>
        </p:cxnSp>
        <p:cxnSp>
          <p:nvCxnSpPr>
            <p:cNvPr id="17" name="Connettore 1 16"/>
            <p:cNvCxnSpPr/>
            <p:nvPr userDrawn="1"/>
          </p:nvCxnSpPr>
          <p:spPr>
            <a:xfrm>
              <a:off x="2260409" y="275867"/>
              <a:ext cx="0" cy="567843"/>
            </a:xfrm>
            <a:prstGeom prst="line">
              <a:avLst/>
            </a:prstGeom>
            <a:ln w="12700">
              <a:solidFill>
                <a:schemeClr val="bg1"/>
              </a:solidFill>
            </a:ln>
            <a:effectLst/>
          </p:spPr>
          <p:style>
            <a:lnRef idx="2">
              <a:schemeClr val="accent1"/>
            </a:lnRef>
            <a:fillRef idx="0">
              <a:schemeClr val="accent1"/>
            </a:fillRef>
            <a:effectRef idx="1">
              <a:schemeClr val="accent1"/>
            </a:effectRef>
            <a:fontRef idx="minor">
              <a:schemeClr val="tx1"/>
            </a:fontRef>
          </p:style>
        </p:cxnSp>
        <p:cxnSp>
          <p:nvCxnSpPr>
            <p:cNvPr id="18" name="Connettore 1 17"/>
            <p:cNvCxnSpPr/>
            <p:nvPr userDrawn="1"/>
          </p:nvCxnSpPr>
          <p:spPr>
            <a:xfrm>
              <a:off x="2409276" y="275867"/>
              <a:ext cx="0" cy="567843"/>
            </a:xfrm>
            <a:prstGeom prst="line">
              <a:avLst/>
            </a:prstGeom>
            <a:ln w="12700">
              <a:solidFill>
                <a:schemeClr val="bg1"/>
              </a:solidFill>
            </a:ln>
            <a:effectLst/>
          </p:spPr>
          <p:style>
            <a:lnRef idx="2">
              <a:schemeClr val="accent1"/>
            </a:lnRef>
            <a:fillRef idx="0">
              <a:schemeClr val="accent1"/>
            </a:fillRef>
            <a:effectRef idx="1">
              <a:schemeClr val="accent1"/>
            </a:effectRef>
            <a:fontRef idx="minor">
              <a:schemeClr val="tx1"/>
            </a:fontRef>
          </p:style>
        </p:cxnSp>
        <p:cxnSp>
          <p:nvCxnSpPr>
            <p:cNvPr id="19" name="Connettore 1 18"/>
            <p:cNvCxnSpPr/>
            <p:nvPr userDrawn="1"/>
          </p:nvCxnSpPr>
          <p:spPr>
            <a:xfrm>
              <a:off x="2558143" y="275867"/>
              <a:ext cx="0" cy="567843"/>
            </a:xfrm>
            <a:prstGeom prst="line">
              <a:avLst/>
            </a:prstGeom>
            <a:ln w="12700">
              <a:solidFill>
                <a:schemeClr val="bg1"/>
              </a:solidFill>
            </a:ln>
            <a:effectLst/>
          </p:spPr>
          <p:style>
            <a:lnRef idx="2">
              <a:schemeClr val="accent1"/>
            </a:lnRef>
            <a:fillRef idx="0">
              <a:schemeClr val="accent1"/>
            </a:fillRef>
            <a:effectRef idx="1">
              <a:schemeClr val="accent1"/>
            </a:effectRef>
            <a:fontRef idx="minor">
              <a:schemeClr val="tx1"/>
            </a:fontRef>
          </p:style>
        </p:cxnSp>
        <p:cxnSp>
          <p:nvCxnSpPr>
            <p:cNvPr id="20" name="Connettore 1 19"/>
            <p:cNvCxnSpPr/>
            <p:nvPr userDrawn="1"/>
          </p:nvCxnSpPr>
          <p:spPr>
            <a:xfrm>
              <a:off x="2707010" y="275867"/>
              <a:ext cx="0" cy="567843"/>
            </a:xfrm>
            <a:prstGeom prst="line">
              <a:avLst/>
            </a:prstGeom>
            <a:ln w="12700">
              <a:solidFill>
                <a:schemeClr val="bg1"/>
              </a:solidFill>
            </a:ln>
            <a:effectLst/>
          </p:spPr>
          <p:style>
            <a:lnRef idx="2">
              <a:schemeClr val="accent1"/>
            </a:lnRef>
            <a:fillRef idx="0">
              <a:schemeClr val="accent1"/>
            </a:fillRef>
            <a:effectRef idx="1">
              <a:schemeClr val="accent1"/>
            </a:effectRef>
            <a:fontRef idx="minor">
              <a:schemeClr val="tx1"/>
            </a:fontRef>
          </p:style>
        </p:cxnSp>
        <p:cxnSp>
          <p:nvCxnSpPr>
            <p:cNvPr id="21" name="Connettore 1 20"/>
            <p:cNvCxnSpPr/>
            <p:nvPr userDrawn="1"/>
          </p:nvCxnSpPr>
          <p:spPr>
            <a:xfrm>
              <a:off x="2855877" y="275867"/>
              <a:ext cx="0" cy="567843"/>
            </a:xfrm>
            <a:prstGeom prst="line">
              <a:avLst/>
            </a:prstGeom>
            <a:ln w="12700">
              <a:solidFill>
                <a:schemeClr val="bg1"/>
              </a:solidFill>
            </a:ln>
            <a:effectLst/>
          </p:spPr>
          <p:style>
            <a:lnRef idx="2">
              <a:schemeClr val="accent1"/>
            </a:lnRef>
            <a:fillRef idx="0">
              <a:schemeClr val="accent1"/>
            </a:fillRef>
            <a:effectRef idx="1">
              <a:schemeClr val="accent1"/>
            </a:effectRef>
            <a:fontRef idx="minor">
              <a:schemeClr val="tx1"/>
            </a:fontRef>
          </p:style>
        </p:cxnSp>
        <p:cxnSp>
          <p:nvCxnSpPr>
            <p:cNvPr id="22" name="Connettore 1 21"/>
            <p:cNvCxnSpPr/>
            <p:nvPr userDrawn="1"/>
          </p:nvCxnSpPr>
          <p:spPr>
            <a:xfrm>
              <a:off x="3004744" y="275867"/>
              <a:ext cx="0" cy="567843"/>
            </a:xfrm>
            <a:prstGeom prst="line">
              <a:avLst/>
            </a:prstGeom>
            <a:ln w="12700">
              <a:solidFill>
                <a:schemeClr val="bg1"/>
              </a:solidFill>
            </a:ln>
            <a:effectLst/>
          </p:spPr>
          <p:style>
            <a:lnRef idx="2">
              <a:schemeClr val="accent1"/>
            </a:lnRef>
            <a:fillRef idx="0">
              <a:schemeClr val="accent1"/>
            </a:fillRef>
            <a:effectRef idx="1">
              <a:schemeClr val="accent1"/>
            </a:effectRef>
            <a:fontRef idx="minor">
              <a:schemeClr val="tx1"/>
            </a:fontRef>
          </p:style>
        </p:cxnSp>
        <p:cxnSp>
          <p:nvCxnSpPr>
            <p:cNvPr id="23" name="Connettore 1 22"/>
            <p:cNvCxnSpPr/>
            <p:nvPr userDrawn="1"/>
          </p:nvCxnSpPr>
          <p:spPr>
            <a:xfrm>
              <a:off x="3153611" y="275867"/>
              <a:ext cx="0" cy="567843"/>
            </a:xfrm>
            <a:prstGeom prst="line">
              <a:avLst/>
            </a:prstGeom>
            <a:ln w="12700">
              <a:solidFill>
                <a:schemeClr val="bg1"/>
              </a:solidFill>
            </a:ln>
            <a:effectLst/>
          </p:spPr>
          <p:style>
            <a:lnRef idx="2">
              <a:schemeClr val="accent1"/>
            </a:lnRef>
            <a:fillRef idx="0">
              <a:schemeClr val="accent1"/>
            </a:fillRef>
            <a:effectRef idx="1">
              <a:schemeClr val="accent1"/>
            </a:effectRef>
            <a:fontRef idx="minor">
              <a:schemeClr val="tx1"/>
            </a:fontRef>
          </p:style>
        </p:cxnSp>
        <p:cxnSp>
          <p:nvCxnSpPr>
            <p:cNvPr id="24" name="Connettore 1 23"/>
            <p:cNvCxnSpPr/>
            <p:nvPr userDrawn="1"/>
          </p:nvCxnSpPr>
          <p:spPr>
            <a:xfrm>
              <a:off x="3302478" y="275867"/>
              <a:ext cx="0" cy="567843"/>
            </a:xfrm>
            <a:prstGeom prst="line">
              <a:avLst/>
            </a:prstGeom>
            <a:ln w="12700">
              <a:solidFill>
                <a:schemeClr val="bg1"/>
              </a:solidFill>
            </a:ln>
            <a:effectLst/>
          </p:spPr>
          <p:style>
            <a:lnRef idx="2">
              <a:schemeClr val="accent1"/>
            </a:lnRef>
            <a:fillRef idx="0">
              <a:schemeClr val="accent1"/>
            </a:fillRef>
            <a:effectRef idx="1">
              <a:schemeClr val="accent1"/>
            </a:effectRef>
            <a:fontRef idx="minor">
              <a:schemeClr val="tx1"/>
            </a:fontRef>
          </p:style>
        </p:cxnSp>
        <p:cxnSp>
          <p:nvCxnSpPr>
            <p:cNvPr id="25" name="Connettore 1 24"/>
            <p:cNvCxnSpPr/>
            <p:nvPr userDrawn="1"/>
          </p:nvCxnSpPr>
          <p:spPr>
            <a:xfrm>
              <a:off x="3451345" y="275867"/>
              <a:ext cx="0" cy="567843"/>
            </a:xfrm>
            <a:prstGeom prst="line">
              <a:avLst/>
            </a:prstGeom>
            <a:ln w="12700">
              <a:solidFill>
                <a:schemeClr val="bg1"/>
              </a:solidFill>
            </a:ln>
            <a:effectLst/>
          </p:spPr>
          <p:style>
            <a:lnRef idx="2">
              <a:schemeClr val="accent1"/>
            </a:lnRef>
            <a:fillRef idx="0">
              <a:schemeClr val="accent1"/>
            </a:fillRef>
            <a:effectRef idx="1">
              <a:schemeClr val="accent1"/>
            </a:effectRef>
            <a:fontRef idx="minor">
              <a:schemeClr val="tx1"/>
            </a:fontRef>
          </p:style>
        </p:cxnSp>
        <p:cxnSp>
          <p:nvCxnSpPr>
            <p:cNvPr id="26" name="Connettore 1 25"/>
            <p:cNvCxnSpPr/>
            <p:nvPr userDrawn="1"/>
          </p:nvCxnSpPr>
          <p:spPr>
            <a:xfrm>
              <a:off x="3600212" y="275867"/>
              <a:ext cx="0" cy="567843"/>
            </a:xfrm>
            <a:prstGeom prst="line">
              <a:avLst/>
            </a:prstGeom>
            <a:ln w="12700">
              <a:solidFill>
                <a:schemeClr val="bg1"/>
              </a:solidFill>
            </a:ln>
            <a:effectLst/>
          </p:spPr>
          <p:style>
            <a:lnRef idx="2">
              <a:schemeClr val="accent1"/>
            </a:lnRef>
            <a:fillRef idx="0">
              <a:schemeClr val="accent1"/>
            </a:fillRef>
            <a:effectRef idx="1">
              <a:schemeClr val="accent1"/>
            </a:effectRef>
            <a:fontRef idx="minor">
              <a:schemeClr val="tx1"/>
            </a:fontRef>
          </p:style>
        </p:cxnSp>
        <p:cxnSp>
          <p:nvCxnSpPr>
            <p:cNvPr id="27" name="Connettore 1 26"/>
            <p:cNvCxnSpPr/>
            <p:nvPr userDrawn="1"/>
          </p:nvCxnSpPr>
          <p:spPr>
            <a:xfrm>
              <a:off x="3749079" y="275867"/>
              <a:ext cx="0" cy="567843"/>
            </a:xfrm>
            <a:prstGeom prst="line">
              <a:avLst/>
            </a:prstGeom>
            <a:ln w="12700">
              <a:solidFill>
                <a:schemeClr val="bg1"/>
              </a:solidFill>
            </a:ln>
            <a:effectLst/>
          </p:spPr>
          <p:style>
            <a:lnRef idx="2">
              <a:schemeClr val="accent1"/>
            </a:lnRef>
            <a:fillRef idx="0">
              <a:schemeClr val="accent1"/>
            </a:fillRef>
            <a:effectRef idx="1">
              <a:schemeClr val="accent1"/>
            </a:effectRef>
            <a:fontRef idx="minor">
              <a:schemeClr val="tx1"/>
            </a:fontRef>
          </p:style>
        </p:cxnSp>
        <p:cxnSp>
          <p:nvCxnSpPr>
            <p:cNvPr id="28" name="Connettore 1 27"/>
            <p:cNvCxnSpPr/>
            <p:nvPr userDrawn="1"/>
          </p:nvCxnSpPr>
          <p:spPr>
            <a:xfrm>
              <a:off x="3897946" y="275867"/>
              <a:ext cx="0" cy="567843"/>
            </a:xfrm>
            <a:prstGeom prst="line">
              <a:avLst/>
            </a:prstGeom>
            <a:ln w="12700">
              <a:solidFill>
                <a:schemeClr val="bg1"/>
              </a:solidFill>
            </a:ln>
            <a:effectLst/>
          </p:spPr>
          <p:style>
            <a:lnRef idx="2">
              <a:schemeClr val="accent1"/>
            </a:lnRef>
            <a:fillRef idx="0">
              <a:schemeClr val="accent1"/>
            </a:fillRef>
            <a:effectRef idx="1">
              <a:schemeClr val="accent1"/>
            </a:effectRef>
            <a:fontRef idx="minor">
              <a:schemeClr val="tx1"/>
            </a:fontRef>
          </p:style>
        </p:cxnSp>
        <p:cxnSp>
          <p:nvCxnSpPr>
            <p:cNvPr id="29" name="Connettore 1 28"/>
            <p:cNvCxnSpPr/>
            <p:nvPr userDrawn="1"/>
          </p:nvCxnSpPr>
          <p:spPr>
            <a:xfrm>
              <a:off x="4046813" y="275867"/>
              <a:ext cx="0" cy="567843"/>
            </a:xfrm>
            <a:prstGeom prst="line">
              <a:avLst/>
            </a:prstGeom>
            <a:ln w="12700">
              <a:solidFill>
                <a:schemeClr val="bg1"/>
              </a:solidFill>
            </a:ln>
            <a:effectLst/>
          </p:spPr>
          <p:style>
            <a:lnRef idx="2">
              <a:schemeClr val="accent1"/>
            </a:lnRef>
            <a:fillRef idx="0">
              <a:schemeClr val="accent1"/>
            </a:fillRef>
            <a:effectRef idx="1">
              <a:schemeClr val="accent1"/>
            </a:effectRef>
            <a:fontRef idx="minor">
              <a:schemeClr val="tx1"/>
            </a:fontRef>
          </p:style>
        </p:cxnSp>
        <p:cxnSp>
          <p:nvCxnSpPr>
            <p:cNvPr id="30" name="Connettore 1 29"/>
            <p:cNvCxnSpPr/>
            <p:nvPr userDrawn="1"/>
          </p:nvCxnSpPr>
          <p:spPr>
            <a:xfrm>
              <a:off x="4195680" y="275867"/>
              <a:ext cx="0" cy="567843"/>
            </a:xfrm>
            <a:prstGeom prst="line">
              <a:avLst/>
            </a:prstGeom>
            <a:ln w="12700">
              <a:solidFill>
                <a:schemeClr val="bg1"/>
              </a:solidFill>
            </a:ln>
            <a:effectLst/>
          </p:spPr>
          <p:style>
            <a:lnRef idx="2">
              <a:schemeClr val="accent1"/>
            </a:lnRef>
            <a:fillRef idx="0">
              <a:schemeClr val="accent1"/>
            </a:fillRef>
            <a:effectRef idx="1">
              <a:schemeClr val="accent1"/>
            </a:effectRef>
            <a:fontRef idx="minor">
              <a:schemeClr val="tx1"/>
            </a:fontRef>
          </p:style>
        </p:cxnSp>
        <p:cxnSp>
          <p:nvCxnSpPr>
            <p:cNvPr id="31" name="Connettore 1 30"/>
            <p:cNvCxnSpPr/>
            <p:nvPr userDrawn="1"/>
          </p:nvCxnSpPr>
          <p:spPr>
            <a:xfrm>
              <a:off x="4344547" y="275867"/>
              <a:ext cx="0" cy="567843"/>
            </a:xfrm>
            <a:prstGeom prst="line">
              <a:avLst/>
            </a:prstGeom>
            <a:ln w="12700">
              <a:solidFill>
                <a:schemeClr val="bg1"/>
              </a:solidFill>
            </a:ln>
            <a:effectLst/>
          </p:spPr>
          <p:style>
            <a:lnRef idx="2">
              <a:schemeClr val="accent1"/>
            </a:lnRef>
            <a:fillRef idx="0">
              <a:schemeClr val="accent1"/>
            </a:fillRef>
            <a:effectRef idx="1">
              <a:schemeClr val="accent1"/>
            </a:effectRef>
            <a:fontRef idx="minor">
              <a:schemeClr val="tx1"/>
            </a:fontRef>
          </p:style>
        </p:cxnSp>
        <p:cxnSp>
          <p:nvCxnSpPr>
            <p:cNvPr id="32" name="Connettore 1 31"/>
            <p:cNvCxnSpPr/>
            <p:nvPr userDrawn="1"/>
          </p:nvCxnSpPr>
          <p:spPr>
            <a:xfrm>
              <a:off x="4493414" y="275867"/>
              <a:ext cx="0" cy="567843"/>
            </a:xfrm>
            <a:prstGeom prst="line">
              <a:avLst/>
            </a:prstGeom>
            <a:ln w="12700">
              <a:solidFill>
                <a:schemeClr val="bg1"/>
              </a:solidFill>
            </a:ln>
            <a:effectLst/>
          </p:spPr>
          <p:style>
            <a:lnRef idx="2">
              <a:schemeClr val="accent1"/>
            </a:lnRef>
            <a:fillRef idx="0">
              <a:schemeClr val="accent1"/>
            </a:fillRef>
            <a:effectRef idx="1">
              <a:schemeClr val="accent1"/>
            </a:effectRef>
            <a:fontRef idx="minor">
              <a:schemeClr val="tx1"/>
            </a:fontRef>
          </p:style>
        </p:cxnSp>
        <p:cxnSp>
          <p:nvCxnSpPr>
            <p:cNvPr id="33" name="Connettore 1 32"/>
            <p:cNvCxnSpPr/>
            <p:nvPr userDrawn="1"/>
          </p:nvCxnSpPr>
          <p:spPr>
            <a:xfrm>
              <a:off x="4642281" y="275867"/>
              <a:ext cx="0" cy="567843"/>
            </a:xfrm>
            <a:prstGeom prst="line">
              <a:avLst/>
            </a:prstGeom>
            <a:ln w="12700">
              <a:solidFill>
                <a:schemeClr val="bg1"/>
              </a:solidFill>
            </a:ln>
            <a:effectLst/>
          </p:spPr>
          <p:style>
            <a:lnRef idx="2">
              <a:schemeClr val="accent1"/>
            </a:lnRef>
            <a:fillRef idx="0">
              <a:schemeClr val="accent1"/>
            </a:fillRef>
            <a:effectRef idx="1">
              <a:schemeClr val="accent1"/>
            </a:effectRef>
            <a:fontRef idx="minor">
              <a:schemeClr val="tx1"/>
            </a:fontRef>
          </p:style>
        </p:cxnSp>
        <p:cxnSp>
          <p:nvCxnSpPr>
            <p:cNvPr id="34" name="Connettore 1 33"/>
            <p:cNvCxnSpPr/>
            <p:nvPr userDrawn="1"/>
          </p:nvCxnSpPr>
          <p:spPr>
            <a:xfrm>
              <a:off x="4791148" y="275867"/>
              <a:ext cx="0" cy="567843"/>
            </a:xfrm>
            <a:prstGeom prst="line">
              <a:avLst/>
            </a:prstGeom>
            <a:ln w="12700">
              <a:solidFill>
                <a:schemeClr val="bg1"/>
              </a:solidFill>
            </a:ln>
            <a:effectLst/>
          </p:spPr>
          <p:style>
            <a:lnRef idx="2">
              <a:schemeClr val="accent1"/>
            </a:lnRef>
            <a:fillRef idx="0">
              <a:schemeClr val="accent1"/>
            </a:fillRef>
            <a:effectRef idx="1">
              <a:schemeClr val="accent1"/>
            </a:effectRef>
            <a:fontRef idx="minor">
              <a:schemeClr val="tx1"/>
            </a:fontRef>
          </p:style>
        </p:cxnSp>
        <p:cxnSp>
          <p:nvCxnSpPr>
            <p:cNvPr id="35" name="Connettore 1 34"/>
            <p:cNvCxnSpPr/>
            <p:nvPr userDrawn="1"/>
          </p:nvCxnSpPr>
          <p:spPr>
            <a:xfrm>
              <a:off x="4940015" y="275867"/>
              <a:ext cx="0" cy="567843"/>
            </a:xfrm>
            <a:prstGeom prst="line">
              <a:avLst/>
            </a:prstGeom>
            <a:ln w="12700">
              <a:solidFill>
                <a:schemeClr val="bg1"/>
              </a:solidFill>
            </a:ln>
            <a:effectLst/>
          </p:spPr>
          <p:style>
            <a:lnRef idx="2">
              <a:schemeClr val="accent1"/>
            </a:lnRef>
            <a:fillRef idx="0">
              <a:schemeClr val="accent1"/>
            </a:fillRef>
            <a:effectRef idx="1">
              <a:schemeClr val="accent1"/>
            </a:effectRef>
            <a:fontRef idx="minor">
              <a:schemeClr val="tx1"/>
            </a:fontRef>
          </p:style>
        </p:cxnSp>
        <p:cxnSp>
          <p:nvCxnSpPr>
            <p:cNvPr id="36" name="Connettore 1 35"/>
            <p:cNvCxnSpPr/>
            <p:nvPr userDrawn="1"/>
          </p:nvCxnSpPr>
          <p:spPr>
            <a:xfrm>
              <a:off x="5088882" y="275867"/>
              <a:ext cx="0" cy="567843"/>
            </a:xfrm>
            <a:prstGeom prst="line">
              <a:avLst/>
            </a:prstGeom>
            <a:ln w="12700">
              <a:solidFill>
                <a:schemeClr val="bg1"/>
              </a:solidFill>
            </a:ln>
            <a:effectLst/>
          </p:spPr>
          <p:style>
            <a:lnRef idx="2">
              <a:schemeClr val="accent1"/>
            </a:lnRef>
            <a:fillRef idx="0">
              <a:schemeClr val="accent1"/>
            </a:fillRef>
            <a:effectRef idx="1">
              <a:schemeClr val="accent1"/>
            </a:effectRef>
            <a:fontRef idx="minor">
              <a:schemeClr val="tx1"/>
            </a:fontRef>
          </p:style>
        </p:cxnSp>
        <p:cxnSp>
          <p:nvCxnSpPr>
            <p:cNvPr id="37" name="Connettore 1 36"/>
            <p:cNvCxnSpPr/>
            <p:nvPr userDrawn="1"/>
          </p:nvCxnSpPr>
          <p:spPr>
            <a:xfrm>
              <a:off x="5237749" y="275867"/>
              <a:ext cx="0" cy="567843"/>
            </a:xfrm>
            <a:prstGeom prst="line">
              <a:avLst/>
            </a:prstGeom>
            <a:ln w="12700">
              <a:solidFill>
                <a:schemeClr val="bg1"/>
              </a:solidFill>
            </a:ln>
            <a:effectLst/>
          </p:spPr>
          <p:style>
            <a:lnRef idx="2">
              <a:schemeClr val="accent1"/>
            </a:lnRef>
            <a:fillRef idx="0">
              <a:schemeClr val="accent1"/>
            </a:fillRef>
            <a:effectRef idx="1">
              <a:schemeClr val="accent1"/>
            </a:effectRef>
            <a:fontRef idx="minor">
              <a:schemeClr val="tx1"/>
            </a:fontRef>
          </p:style>
        </p:cxnSp>
        <p:cxnSp>
          <p:nvCxnSpPr>
            <p:cNvPr id="38" name="Connettore 1 37"/>
            <p:cNvCxnSpPr/>
            <p:nvPr userDrawn="1"/>
          </p:nvCxnSpPr>
          <p:spPr>
            <a:xfrm>
              <a:off x="5386616" y="275867"/>
              <a:ext cx="0" cy="567843"/>
            </a:xfrm>
            <a:prstGeom prst="line">
              <a:avLst/>
            </a:prstGeom>
            <a:ln w="12700">
              <a:solidFill>
                <a:schemeClr val="bg1"/>
              </a:solidFill>
            </a:ln>
            <a:effectLst/>
          </p:spPr>
          <p:style>
            <a:lnRef idx="2">
              <a:schemeClr val="accent1"/>
            </a:lnRef>
            <a:fillRef idx="0">
              <a:schemeClr val="accent1"/>
            </a:fillRef>
            <a:effectRef idx="1">
              <a:schemeClr val="accent1"/>
            </a:effectRef>
            <a:fontRef idx="minor">
              <a:schemeClr val="tx1"/>
            </a:fontRef>
          </p:style>
        </p:cxnSp>
        <p:cxnSp>
          <p:nvCxnSpPr>
            <p:cNvPr id="39" name="Connettore 1 38"/>
            <p:cNvCxnSpPr/>
            <p:nvPr userDrawn="1"/>
          </p:nvCxnSpPr>
          <p:spPr>
            <a:xfrm>
              <a:off x="5535483" y="275867"/>
              <a:ext cx="0" cy="567843"/>
            </a:xfrm>
            <a:prstGeom prst="line">
              <a:avLst/>
            </a:prstGeom>
            <a:ln w="12700">
              <a:solidFill>
                <a:schemeClr val="bg1"/>
              </a:solidFill>
            </a:ln>
            <a:effectLst/>
          </p:spPr>
          <p:style>
            <a:lnRef idx="2">
              <a:schemeClr val="accent1"/>
            </a:lnRef>
            <a:fillRef idx="0">
              <a:schemeClr val="accent1"/>
            </a:fillRef>
            <a:effectRef idx="1">
              <a:schemeClr val="accent1"/>
            </a:effectRef>
            <a:fontRef idx="minor">
              <a:schemeClr val="tx1"/>
            </a:fontRef>
          </p:style>
        </p:cxnSp>
        <p:cxnSp>
          <p:nvCxnSpPr>
            <p:cNvPr id="40" name="Connettore 1 39"/>
            <p:cNvCxnSpPr/>
            <p:nvPr userDrawn="1"/>
          </p:nvCxnSpPr>
          <p:spPr>
            <a:xfrm>
              <a:off x="5684350" y="275867"/>
              <a:ext cx="0" cy="567843"/>
            </a:xfrm>
            <a:prstGeom prst="line">
              <a:avLst/>
            </a:prstGeom>
            <a:ln w="12700">
              <a:solidFill>
                <a:schemeClr val="bg1"/>
              </a:solidFill>
            </a:ln>
            <a:effectLst/>
          </p:spPr>
          <p:style>
            <a:lnRef idx="2">
              <a:schemeClr val="accent1"/>
            </a:lnRef>
            <a:fillRef idx="0">
              <a:schemeClr val="accent1"/>
            </a:fillRef>
            <a:effectRef idx="1">
              <a:schemeClr val="accent1"/>
            </a:effectRef>
            <a:fontRef idx="minor">
              <a:schemeClr val="tx1"/>
            </a:fontRef>
          </p:style>
        </p:cxnSp>
        <p:cxnSp>
          <p:nvCxnSpPr>
            <p:cNvPr id="41" name="Connettore 1 40"/>
            <p:cNvCxnSpPr/>
            <p:nvPr userDrawn="1"/>
          </p:nvCxnSpPr>
          <p:spPr>
            <a:xfrm>
              <a:off x="5833217" y="275867"/>
              <a:ext cx="0" cy="567843"/>
            </a:xfrm>
            <a:prstGeom prst="line">
              <a:avLst/>
            </a:prstGeom>
            <a:ln w="12700">
              <a:solidFill>
                <a:schemeClr val="bg1"/>
              </a:solidFill>
            </a:ln>
            <a:effectLst/>
          </p:spPr>
          <p:style>
            <a:lnRef idx="2">
              <a:schemeClr val="accent1"/>
            </a:lnRef>
            <a:fillRef idx="0">
              <a:schemeClr val="accent1"/>
            </a:fillRef>
            <a:effectRef idx="1">
              <a:schemeClr val="accent1"/>
            </a:effectRef>
            <a:fontRef idx="minor">
              <a:schemeClr val="tx1"/>
            </a:fontRef>
          </p:style>
        </p:cxnSp>
        <p:cxnSp>
          <p:nvCxnSpPr>
            <p:cNvPr id="42" name="Connettore 1 41"/>
            <p:cNvCxnSpPr/>
            <p:nvPr userDrawn="1"/>
          </p:nvCxnSpPr>
          <p:spPr>
            <a:xfrm>
              <a:off x="5982084" y="275867"/>
              <a:ext cx="0" cy="567843"/>
            </a:xfrm>
            <a:prstGeom prst="line">
              <a:avLst/>
            </a:prstGeom>
            <a:ln w="12700">
              <a:solidFill>
                <a:schemeClr val="bg1"/>
              </a:solidFill>
            </a:ln>
            <a:effectLst/>
          </p:spPr>
          <p:style>
            <a:lnRef idx="2">
              <a:schemeClr val="accent1"/>
            </a:lnRef>
            <a:fillRef idx="0">
              <a:schemeClr val="accent1"/>
            </a:fillRef>
            <a:effectRef idx="1">
              <a:schemeClr val="accent1"/>
            </a:effectRef>
            <a:fontRef idx="minor">
              <a:schemeClr val="tx1"/>
            </a:fontRef>
          </p:style>
        </p:cxnSp>
        <p:cxnSp>
          <p:nvCxnSpPr>
            <p:cNvPr id="43" name="Connettore 1 42"/>
            <p:cNvCxnSpPr/>
            <p:nvPr userDrawn="1"/>
          </p:nvCxnSpPr>
          <p:spPr>
            <a:xfrm>
              <a:off x="6130951" y="275867"/>
              <a:ext cx="0" cy="567843"/>
            </a:xfrm>
            <a:prstGeom prst="line">
              <a:avLst/>
            </a:prstGeom>
            <a:ln w="12700">
              <a:solidFill>
                <a:schemeClr val="bg1"/>
              </a:solidFill>
            </a:ln>
            <a:effectLst/>
          </p:spPr>
          <p:style>
            <a:lnRef idx="2">
              <a:schemeClr val="accent1"/>
            </a:lnRef>
            <a:fillRef idx="0">
              <a:schemeClr val="accent1"/>
            </a:fillRef>
            <a:effectRef idx="1">
              <a:schemeClr val="accent1"/>
            </a:effectRef>
            <a:fontRef idx="minor">
              <a:schemeClr val="tx1"/>
            </a:fontRef>
          </p:style>
        </p:cxnSp>
        <p:cxnSp>
          <p:nvCxnSpPr>
            <p:cNvPr id="44" name="Connettore 1 43"/>
            <p:cNvCxnSpPr/>
            <p:nvPr userDrawn="1"/>
          </p:nvCxnSpPr>
          <p:spPr>
            <a:xfrm>
              <a:off x="6279818" y="275867"/>
              <a:ext cx="0" cy="567843"/>
            </a:xfrm>
            <a:prstGeom prst="line">
              <a:avLst/>
            </a:prstGeom>
            <a:ln w="12700">
              <a:solidFill>
                <a:schemeClr val="bg1"/>
              </a:solidFill>
            </a:ln>
            <a:effectLst/>
          </p:spPr>
          <p:style>
            <a:lnRef idx="2">
              <a:schemeClr val="accent1"/>
            </a:lnRef>
            <a:fillRef idx="0">
              <a:schemeClr val="accent1"/>
            </a:fillRef>
            <a:effectRef idx="1">
              <a:schemeClr val="accent1"/>
            </a:effectRef>
            <a:fontRef idx="minor">
              <a:schemeClr val="tx1"/>
            </a:fontRef>
          </p:style>
        </p:cxnSp>
        <p:cxnSp>
          <p:nvCxnSpPr>
            <p:cNvPr id="45" name="Connettore 1 44"/>
            <p:cNvCxnSpPr/>
            <p:nvPr userDrawn="1"/>
          </p:nvCxnSpPr>
          <p:spPr>
            <a:xfrm>
              <a:off x="6428685" y="275867"/>
              <a:ext cx="0" cy="567843"/>
            </a:xfrm>
            <a:prstGeom prst="line">
              <a:avLst/>
            </a:prstGeom>
            <a:ln w="12700">
              <a:solidFill>
                <a:schemeClr val="bg1"/>
              </a:solidFill>
            </a:ln>
            <a:effectLst/>
          </p:spPr>
          <p:style>
            <a:lnRef idx="2">
              <a:schemeClr val="accent1"/>
            </a:lnRef>
            <a:fillRef idx="0">
              <a:schemeClr val="accent1"/>
            </a:fillRef>
            <a:effectRef idx="1">
              <a:schemeClr val="accent1"/>
            </a:effectRef>
            <a:fontRef idx="minor">
              <a:schemeClr val="tx1"/>
            </a:fontRef>
          </p:style>
        </p:cxnSp>
        <p:cxnSp>
          <p:nvCxnSpPr>
            <p:cNvPr id="46" name="Connettore 1 45"/>
            <p:cNvCxnSpPr/>
            <p:nvPr userDrawn="1"/>
          </p:nvCxnSpPr>
          <p:spPr>
            <a:xfrm>
              <a:off x="6577552" y="275867"/>
              <a:ext cx="0" cy="567843"/>
            </a:xfrm>
            <a:prstGeom prst="line">
              <a:avLst/>
            </a:prstGeom>
            <a:ln w="12700">
              <a:solidFill>
                <a:schemeClr val="bg1"/>
              </a:solidFill>
            </a:ln>
            <a:effectLst/>
          </p:spPr>
          <p:style>
            <a:lnRef idx="2">
              <a:schemeClr val="accent1"/>
            </a:lnRef>
            <a:fillRef idx="0">
              <a:schemeClr val="accent1"/>
            </a:fillRef>
            <a:effectRef idx="1">
              <a:schemeClr val="accent1"/>
            </a:effectRef>
            <a:fontRef idx="minor">
              <a:schemeClr val="tx1"/>
            </a:fontRef>
          </p:style>
        </p:cxnSp>
        <p:cxnSp>
          <p:nvCxnSpPr>
            <p:cNvPr id="47" name="Connettore 1 46"/>
            <p:cNvCxnSpPr/>
            <p:nvPr userDrawn="1"/>
          </p:nvCxnSpPr>
          <p:spPr>
            <a:xfrm>
              <a:off x="6726419" y="275867"/>
              <a:ext cx="0" cy="567843"/>
            </a:xfrm>
            <a:prstGeom prst="line">
              <a:avLst/>
            </a:prstGeom>
            <a:ln w="12700">
              <a:solidFill>
                <a:schemeClr val="bg1"/>
              </a:solidFill>
            </a:ln>
            <a:effectLst/>
          </p:spPr>
          <p:style>
            <a:lnRef idx="2">
              <a:schemeClr val="accent1"/>
            </a:lnRef>
            <a:fillRef idx="0">
              <a:schemeClr val="accent1"/>
            </a:fillRef>
            <a:effectRef idx="1">
              <a:schemeClr val="accent1"/>
            </a:effectRef>
            <a:fontRef idx="minor">
              <a:schemeClr val="tx1"/>
            </a:fontRef>
          </p:style>
        </p:cxnSp>
        <p:cxnSp>
          <p:nvCxnSpPr>
            <p:cNvPr id="48" name="Connettore 1 47"/>
            <p:cNvCxnSpPr/>
            <p:nvPr userDrawn="1"/>
          </p:nvCxnSpPr>
          <p:spPr>
            <a:xfrm>
              <a:off x="6875286" y="275867"/>
              <a:ext cx="0" cy="567843"/>
            </a:xfrm>
            <a:prstGeom prst="line">
              <a:avLst/>
            </a:prstGeom>
            <a:ln w="12700">
              <a:solidFill>
                <a:schemeClr val="bg1"/>
              </a:solidFill>
            </a:ln>
            <a:effectLst/>
          </p:spPr>
          <p:style>
            <a:lnRef idx="2">
              <a:schemeClr val="accent1"/>
            </a:lnRef>
            <a:fillRef idx="0">
              <a:schemeClr val="accent1"/>
            </a:fillRef>
            <a:effectRef idx="1">
              <a:schemeClr val="accent1"/>
            </a:effectRef>
            <a:fontRef idx="minor">
              <a:schemeClr val="tx1"/>
            </a:fontRef>
          </p:style>
        </p:cxnSp>
        <p:cxnSp>
          <p:nvCxnSpPr>
            <p:cNvPr id="49" name="Connettore 1 48"/>
            <p:cNvCxnSpPr/>
            <p:nvPr userDrawn="1"/>
          </p:nvCxnSpPr>
          <p:spPr>
            <a:xfrm>
              <a:off x="7024153" y="275867"/>
              <a:ext cx="0" cy="567843"/>
            </a:xfrm>
            <a:prstGeom prst="line">
              <a:avLst/>
            </a:prstGeom>
            <a:ln w="12700">
              <a:solidFill>
                <a:schemeClr val="bg1"/>
              </a:solidFill>
            </a:ln>
            <a:effectLst/>
          </p:spPr>
          <p:style>
            <a:lnRef idx="2">
              <a:schemeClr val="accent1"/>
            </a:lnRef>
            <a:fillRef idx="0">
              <a:schemeClr val="accent1"/>
            </a:fillRef>
            <a:effectRef idx="1">
              <a:schemeClr val="accent1"/>
            </a:effectRef>
            <a:fontRef idx="minor">
              <a:schemeClr val="tx1"/>
            </a:fontRef>
          </p:style>
        </p:cxnSp>
        <p:cxnSp>
          <p:nvCxnSpPr>
            <p:cNvPr id="50" name="Connettore 1 49"/>
            <p:cNvCxnSpPr/>
            <p:nvPr userDrawn="1"/>
          </p:nvCxnSpPr>
          <p:spPr>
            <a:xfrm>
              <a:off x="7173020" y="275867"/>
              <a:ext cx="0" cy="567843"/>
            </a:xfrm>
            <a:prstGeom prst="line">
              <a:avLst/>
            </a:prstGeom>
            <a:ln w="12700">
              <a:solidFill>
                <a:schemeClr val="bg1"/>
              </a:solidFill>
            </a:ln>
            <a:effectLst/>
          </p:spPr>
          <p:style>
            <a:lnRef idx="2">
              <a:schemeClr val="accent1"/>
            </a:lnRef>
            <a:fillRef idx="0">
              <a:schemeClr val="accent1"/>
            </a:fillRef>
            <a:effectRef idx="1">
              <a:schemeClr val="accent1"/>
            </a:effectRef>
            <a:fontRef idx="minor">
              <a:schemeClr val="tx1"/>
            </a:fontRef>
          </p:style>
        </p:cxnSp>
        <p:cxnSp>
          <p:nvCxnSpPr>
            <p:cNvPr id="51" name="Connettore 1 50"/>
            <p:cNvCxnSpPr/>
            <p:nvPr userDrawn="1"/>
          </p:nvCxnSpPr>
          <p:spPr>
            <a:xfrm>
              <a:off x="7321887" y="275867"/>
              <a:ext cx="0" cy="567843"/>
            </a:xfrm>
            <a:prstGeom prst="line">
              <a:avLst/>
            </a:prstGeom>
            <a:ln w="12700">
              <a:solidFill>
                <a:schemeClr val="bg1"/>
              </a:solidFill>
            </a:ln>
            <a:effectLst/>
          </p:spPr>
          <p:style>
            <a:lnRef idx="2">
              <a:schemeClr val="accent1"/>
            </a:lnRef>
            <a:fillRef idx="0">
              <a:schemeClr val="accent1"/>
            </a:fillRef>
            <a:effectRef idx="1">
              <a:schemeClr val="accent1"/>
            </a:effectRef>
            <a:fontRef idx="minor">
              <a:schemeClr val="tx1"/>
            </a:fontRef>
          </p:style>
        </p:cxnSp>
        <p:cxnSp>
          <p:nvCxnSpPr>
            <p:cNvPr id="52" name="Connettore 1 51"/>
            <p:cNvCxnSpPr/>
            <p:nvPr userDrawn="1"/>
          </p:nvCxnSpPr>
          <p:spPr>
            <a:xfrm>
              <a:off x="7470754" y="275867"/>
              <a:ext cx="0" cy="567843"/>
            </a:xfrm>
            <a:prstGeom prst="line">
              <a:avLst/>
            </a:prstGeom>
            <a:ln w="12700">
              <a:solidFill>
                <a:schemeClr val="bg1"/>
              </a:solidFill>
            </a:ln>
            <a:effectLst/>
          </p:spPr>
          <p:style>
            <a:lnRef idx="2">
              <a:schemeClr val="accent1"/>
            </a:lnRef>
            <a:fillRef idx="0">
              <a:schemeClr val="accent1"/>
            </a:fillRef>
            <a:effectRef idx="1">
              <a:schemeClr val="accent1"/>
            </a:effectRef>
            <a:fontRef idx="minor">
              <a:schemeClr val="tx1"/>
            </a:fontRef>
          </p:style>
        </p:cxnSp>
        <p:cxnSp>
          <p:nvCxnSpPr>
            <p:cNvPr id="53" name="Connettore 1 52"/>
            <p:cNvCxnSpPr/>
            <p:nvPr userDrawn="1"/>
          </p:nvCxnSpPr>
          <p:spPr>
            <a:xfrm>
              <a:off x="7619621" y="275867"/>
              <a:ext cx="0" cy="567843"/>
            </a:xfrm>
            <a:prstGeom prst="line">
              <a:avLst/>
            </a:prstGeom>
            <a:ln w="12700">
              <a:solidFill>
                <a:schemeClr val="bg1"/>
              </a:solidFill>
            </a:ln>
            <a:effectLst/>
          </p:spPr>
          <p:style>
            <a:lnRef idx="2">
              <a:schemeClr val="accent1"/>
            </a:lnRef>
            <a:fillRef idx="0">
              <a:schemeClr val="accent1"/>
            </a:fillRef>
            <a:effectRef idx="1">
              <a:schemeClr val="accent1"/>
            </a:effectRef>
            <a:fontRef idx="minor">
              <a:schemeClr val="tx1"/>
            </a:fontRef>
          </p:style>
        </p:cxnSp>
        <p:cxnSp>
          <p:nvCxnSpPr>
            <p:cNvPr id="54" name="Connettore 1 53"/>
            <p:cNvCxnSpPr/>
            <p:nvPr userDrawn="1"/>
          </p:nvCxnSpPr>
          <p:spPr>
            <a:xfrm>
              <a:off x="7768488" y="275867"/>
              <a:ext cx="0" cy="567843"/>
            </a:xfrm>
            <a:prstGeom prst="line">
              <a:avLst/>
            </a:prstGeom>
            <a:ln w="12700">
              <a:solidFill>
                <a:schemeClr val="bg1"/>
              </a:solidFill>
            </a:ln>
            <a:effectLst/>
          </p:spPr>
          <p:style>
            <a:lnRef idx="2">
              <a:schemeClr val="accent1"/>
            </a:lnRef>
            <a:fillRef idx="0">
              <a:schemeClr val="accent1"/>
            </a:fillRef>
            <a:effectRef idx="1">
              <a:schemeClr val="accent1"/>
            </a:effectRef>
            <a:fontRef idx="minor">
              <a:schemeClr val="tx1"/>
            </a:fontRef>
          </p:style>
        </p:cxnSp>
        <p:cxnSp>
          <p:nvCxnSpPr>
            <p:cNvPr id="55" name="Connettore 1 54"/>
            <p:cNvCxnSpPr/>
            <p:nvPr userDrawn="1"/>
          </p:nvCxnSpPr>
          <p:spPr>
            <a:xfrm>
              <a:off x="7917355" y="275867"/>
              <a:ext cx="0" cy="567843"/>
            </a:xfrm>
            <a:prstGeom prst="line">
              <a:avLst/>
            </a:prstGeom>
            <a:ln w="12700">
              <a:solidFill>
                <a:schemeClr val="bg1"/>
              </a:solidFill>
            </a:ln>
            <a:effectLst/>
          </p:spPr>
          <p:style>
            <a:lnRef idx="2">
              <a:schemeClr val="accent1"/>
            </a:lnRef>
            <a:fillRef idx="0">
              <a:schemeClr val="accent1"/>
            </a:fillRef>
            <a:effectRef idx="1">
              <a:schemeClr val="accent1"/>
            </a:effectRef>
            <a:fontRef idx="minor">
              <a:schemeClr val="tx1"/>
            </a:fontRef>
          </p:style>
        </p:cxnSp>
        <p:cxnSp>
          <p:nvCxnSpPr>
            <p:cNvPr id="56" name="Connettore 1 55"/>
            <p:cNvCxnSpPr/>
            <p:nvPr userDrawn="1"/>
          </p:nvCxnSpPr>
          <p:spPr>
            <a:xfrm>
              <a:off x="8066222" y="275867"/>
              <a:ext cx="0" cy="567843"/>
            </a:xfrm>
            <a:prstGeom prst="line">
              <a:avLst/>
            </a:prstGeom>
            <a:ln w="12700">
              <a:solidFill>
                <a:schemeClr val="bg1"/>
              </a:solidFill>
            </a:ln>
            <a:effectLst/>
          </p:spPr>
          <p:style>
            <a:lnRef idx="2">
              <a:schemeClr val="accent1"/>
            </a:lnRef>
            <a:fillRef idx="0">
              <a:schemeClr val="accent1"/>
            </a:fillRef>
            <a:effectRef idx="1">
              <a:schemeClr val="accent1"/>
            </a:effectRef>
            <a:fontRef idx="minor">
              <a:schemeClr val="tx1"/>
            </a:fontRef>
          </p:style>
        </p:cxnSp>
        <p:cxnSp>
          <p:nvCxnSpPr>
            <p:cNvPr id="57" name="Connettore 1 56"/>
            <p:cNvCxnSpPr/>
            <p:nvPr userDrawn="1"/>
          </p:nvCxnSpPr>
          <p:spPr>
            <a:xfrm>
              <a:off x="8215089" y="275867"/>
              <a:ext cx="0" cy="567843"/>
            </a:xfrm>
            <a:prstGeom prst="line">
              <a:avLst/>
            </a:prstGeom>
            <a:ln w="12700">
              <a:solidFill>
                <a:schemeClr val="bg1"/>
              </a:solidFill>
            </a:ln>
            <a:effectLst/>
          </p:spPr>
          <p:style>
            <a:lnRef idx="2">
              <a:schemeClr val="accent1"/>
            </a:lnRef>
            <a:fillRef idx="0">
              <a:schemeClr val="accent1"/>
            </a:fillRef>
            <a:effectRef idx="1">
              <a:schemeClr val="accent1"/>
            </a:effectRef>
            <a:fontRef idx="minor">
              <a:schemeClr val="tx1"/>
            </a:fontRef>
          </p:style>
        </p:cxnSp>
        <p:cxnSp>
          <p:nvCxnSpPr>
            <p:cNvPr id="58" name="Connettore 1 57"/>
            <p:cNvCxnSpPr/>
            <p:nvPr userDrawn="1"/>
          </p:nvCxnSpPr>
          <p:spPr>
            <a:xfrm>
              <a:off x="8363956" y="275867"/>
              <a:ext cx="0" cy="567843"/>
            </a:xfrm>
            <a:prstGeom prst="line">
              <a:avLst/>
            </a:prstGeom>
            <a:ln w="12700">
              <a:solidFill>
                <a:schemeClr val="bg1"/>
              </a:solidFill>
            </a:ln>
            <a:effectLst/>
          </p:spPr>
          <p:style>
            <a:lnRef idx="2">
              <a:schemeClr val="accent1"/>
            </a:lnRef>
            <a:fillRef idx="0">
              <a:schemeClr val="accent1"/>
            </a:fillRef>
            <a:effectRef idx="1">
              <a:schemeClr val="accent1"/>
            </a:effectRef>
            <a:fontRef idx="minor">
              <a:schemeClr val="tx1"/>
            </a:fontRef>
          </p:style>
        </p:cxnSp>
        <p:cxnSp>
          <p:nvCxnSpPr>
            <p:cNvPr id="59" name="Connettore 1 58"/>
            <p:cNvCxnSpPr/>
            <p:nvPr userDrawn="1"/>
          </p:nvCxnSpPr>
          <p:spPr>
            <a:xfrm>
              <a:off x="8512823" y="275867"/>
              <a:ext cx="0" cy="567843"/>
            </a:xfrm>
            <a:prstGeom prst="line">
              <a:avLst/>
            </a:prstGeom>
            <a:ln w="12700">
              <a:solidFill>
                <a:schemeClr val="bg1"/>
              </a:solidFill>
            </a:ln>
            <a:effectLst/>
          </p:spPr>
          <p:style>
            <a:lnRef idx="2">
              <a:schemeClr val="accent1"/>
            </a:lnRef>
            <a:fillRef idx="0">
              <a:schemeClr val="accent1"/>
            </a:fillRef>
            <a:effectRef idx="1">
              <a:schemeClr val="accent1"/>
            </a:effectRef>
            <a:fontRef idx="minor">
              <a:schemeClr val="tx1"/>
            </a:fontRef>
          </p:style>
        </p:cxnSp>
        <p:cxnSp>
          <p:nvCxnSpPr>
            <p:cNvPr id="60" name="Connettore 1 59"/>
            <p:cNvCxnSpPr/>
            <p:nvPr userDrawn="1"/>
          </p:nvCxnSpPr>
          <p:spPr>
            <a:xfrm>
              <a:off x="8661690" y="275867"/>
              <a:ext cx="0" cy="567843"/>
            </a:xfrm>
            <a:prstGeom prst="line">
              <a:avLst/>
            </a:prstGeom>
            <a:ln w="12700">
              <a:solidFill>
                <a:schemeClr val="bg1"/>
              </a:solidFill>
            </a:ln>
            <a:effectLst/>
          </p:spPr>
          <p:style>
            <a:lnRef idx="2">
              <a:schemeClr val="accent1"/>
            </a:lnRef>
            <a:fillRef idx="0">
              <a:schemeClr val="accent1"/>
            </a:fillRef>
            <a:effectRef idx="1">
              <a:schemeClr val="accent1"/>
            </a:effectRef>
            <a:fontRef idx="minor">
              <a:schemeClr val="tx1"/>
            </a:fontRef>
          </p:style>
        </p:cxnSp>
        <p:cxnSp>
          <p:nvCxnSpPr>
            <p:cNvPr id="61" name="Connettore 1 60"/>
            <p:cNvCxnSpPr/>
            <p:nvPr userDrawn="1"/>
          </p:nvCxnSpPr>
          <p:spPr>
            <a:xfrm>
              <a:off x="8810557" y="275867"/>
              <a:ext cx="0" cy="567843"/>
            </a:xfrm>
            <a:prstGeom prst="line">
              <a:avLst/>
            </a:prstGeom>
            <a:ln w="12700">
              <a:solidFill>
                <a:schemeClr val="bg1"/>
              </a:solidFill>
            </a:ln>
            <a:effectLst/>
          </p:spPr>
          <p:style>
            <a:lnRef idx="2">
              <a:schemeClr val="accent1"/>
            </a:lnRef>
            <a:fillRef idx="0">
              <a:schemeClr val="accent1"/>
            </a:fillRef>
            <a:effectRef idx="1">
              <a:schemeClr val="accent1"/>
            </a:effectRef>
            <a:fontRef idx="minor">
              <a:schemeClr val="tx1"/>
            </a:fontRef>
          </p:style>
        </p:cxnSp>
        <p:cxnSp>
          <p:nvCxnSpPr>
            <p:cNvPr id="62" name="Connettore 1 61"/>
            <p:cNvCxnSpPr/>
            <p:nvPr userDrawn="1"/>
          </p:nvCxnSpPr>
          <p:spPr>
            <a:xfrm>
              <a:off x="8959424" y="275867"/>
              <a:ext cx="0" cy="567843"/>
            </a:xfrm>
            <a:prstGeom prst="line">
              <a:avLst/>
            </a:prstGeom>
            <a:ln w="12700">
              <a:solidFill>
                <a:schemeClr val="bg1"/>
              </a:solidFill>
            </a:ln>
            <a:effectLst/>
          </p:spPr>
          <p:style>
            <a:lnRef idx="2">
              <a:schemeClr val="accent1"/>
            </a:lnRef>
            <a:fillRef idx="0">
              <a:schemeClr val="accent1"/>
            </a:fillRef>
            <a:effectRef idx="1">
              <a:schemeClr val="accent1"/>
            </a:effectRef>
            <a:fontRef idx="minor">
              <a:schemeClr val="tx1"/>
            </a:fontRef>
          </p:style>
        </p:cxnSp>
        <p:cxnSp>
          <p:nvCxnSpPr>
            <p:cNvPr id="63" name="Connettore 1 62"/>
            <p:cNvCxnSpPr/>
            <p:nvPr userDrawn="1"/>
          </p:nvCxnSpPr>
          <p:spPr>
            <a:xfrm>
              <a:off x="9108291" y="275867"/>
              <a:ext cx="0" cy="567843"/>
            </a:xfrm>
            <a:prstGeom prst="line">
              <a:avLst/>
            </a:prstGeom>
            <a:ln w="12700">
              <a:solidFill>
                <a:schemeClr val="bg1"/>
              </a:solidFill>
            </a:ln>
            <a:effectLst/>
          </p:spPr>
          <p:style>
            <a:lnRef idx="2">
              <a:schemeClr val="accent1"/>
            </a:lnRef>
            <a:fillRef idx="0">
              <a:schemeClr val="accent1"/>
            </a:fillRef>
            <a:effectRef idx="1">
              <a:schemeClr val="accent1"/>
            </a:effectRef>
            <a:fontRef idx="minor">
              <a:schemeClr val="tx1"/>
            </a:fontRef>
          </p:style>
        </p:cxnSp>
        <p:cxnSp>
          <p:nvCxnSpPr>
            <p:cNvPr id="64" name="Connettore 1 63"/>
            <p:cNvCxnSpPr/>
            <p:nvPr userDrawn="1"/>
          </p:nvCxnSpPr>
          <p:spPr>
            <a:xfrm>
              <a:off x="9257158" y="275867"/>
              <a:ext cx="0" cy="567843"/>
            </a:xfrm>
            <a:prstGeom prst="line">
              <a:avLst/>
            </a:prstGeom>
            <a:ln w="12700">
              <a:solidFill>
                <a:schemeClr val="bg1"/>
              </a:solidFill>
            </a:ln>
            <a:effectLst/>
          </p:spPr>
          <p:style>
            <a:lnRef idx="2">
              <a:schemeClr val="accent1"/>
            </a:lnRef>
            <a:fillRef idx="0">
              <a:schemeClr val="accent1"/>
            </a:fillRef>
            <a:effectRef idx="1">
              <a:schemeClr val="accent1"/>
            </a:effectRef>
            <a:fontRef idx="minor">
              <a:schemeClr val="tx1"/>
            </a:fontRef>
          </p:style>
        </p:cxnSp>
        <p:cxnSp>
          <p:nvCxnSpPr>
            <p:cNvPr id="65" name="Connettore 1 64"/>
            <p:cNvCxnSpPr/>
            <p:nvPr userDrawn="1"/>
          </p:nvCxnSpPr>
          <p:spPr>
            <a:xfrm>
              <a:off x="9406025" y="275867"/>
              <a:ext cx="0" cy="567843"/>
            </a:xfrm>
            <a:prstGeom prst="line">
              <a:avLst/>
            </a:prstGeom>
            <a:ln w="12700">
              <a:solidFill>
                <a:schemeClr val="bg1"/>
              </a:solidFill>
            </a:ln>
            <a:effectLst/>
          </p:spPr>
          <p:style>
            <a:lnRef idx="2">
              <a:schemeClr val="accent1"/>
            </a:lnRef>
            <a:fillRef idx="0">
              <a:schemeClr val="accent1"/>
            </a:fillRef>
            <a:effectRef idx="1">
              <a:schemeClr val="accent1"/>
            </a:effectRef>
            <a:fontRef idx="minor">
              <a:schemeClr val="tx1"/>
            </a:fontRef>
          </p:style>
        </p:cxnSp>
        <p:cxnSp>
          <p:nvCxnSpPr>
            <p:cNvPr id="66" name="Connettore 1 65"/>
            <p:cNvCxnSpPr/>
            <p:nvPr userDrawn="1"/>
          </p:nvCxnSpPr>
          <p:spPr>
            <a:xfrm>
              <a:off x="9554892" y="275867"/>
              <a:ext cx="0" cy="567843"/>
            </a:xfrm>
            <a:prstGeom prst="line">
              <a:avLst/>
            </a:prstGeom>
            <a:ln w="12700">
              <a:solidFill>
                <a:schemeClr val="bg1"/>
              </a:solidFill>
            </a:ln>
            <a:effectLst/>
          </p:spPr>
          <p:style>
            <a:lnRef idx="2">
              <a:schemeClr val="accent1"/>
            </a:lnRef>
            <a:fillRef idx="0">
              <a:schemeClr val="accent1"/>
            </a:fillRef>
            <a:effectRef idx="1">
              <a:schemeClr val="accent1"/>
            </a:effectRef>
            <a:fontRef idx="minor">
              <a:schemeClr val="tx1"/>
            </a:fontRef>
          </p:style>
        </p:cxnSp>
        <p:cxnSp>
          <p:nvCxnSpPr>
            <p:cNvPr id="67" name="Connettore 1 66"/>
            <p:cNvCxnSpPr/>
            <p:nvPr userDrawn="1"/>
          </p:nvCxnSpPr>
          <p:spPr>
            <a:xfrm>
              <a:off x="9703759" y="275867"/>
              <a:ext cx="0" cy="567843"/>
            </a:xfrm>
            <a:prstGeom prst="line">
              <a:avLst/>
            </a:prstGeom>
            <a:ln w="12700">
              <a:solidFill>
                <a:schemeClr val="bg1"/>
              </a:solidFill>
            </a:ln>
            <a:effectLst/>
          </p:spPr>
          <p:style>
            <a:lnRef idx="2">
              <a:schemeClr val="accent1"/>
            </a:lnRef>
            <a:fillRef idx="0">
              <a:schemeClr val="accent1"/>
            </a:fillRef>
            <a:effectRef idx="1">
              <a:schemeClr val="accent1"/>
            </a:effectRef>
            <a:fontRef idx="minor">
              <a:schemeClr val="tx1"/>
            </a:fontRef>
          </p:style>
        </p:cxnSp>
        <p:cxnSp>
          <p:nvCxnSpPr>
            <p:cNvPr id="68" name="Connettore 1 67"/>
            <p:cNvCxnSpPr/>
            <p:nvPr userDrawn="1"/>
          </p:nvCxnSpPr>
          <p:spPr>
            <a:xfrm>
              <a:off x="9852626" y="275867"/>
              <a:ext cx="0" cy="567843"/>
            </a:xfrm>
            <a:prstGeom prst="line">
              <a:avLst/>
            </a:prstGeom>
            <a:ln w="12700">
              <a:solidFill>
                <a:schemeClr val="bg1"/>
              </a:solidFill>
            </a:ln>
            <a:effectLst/>
          </p:spPr>
          <p:style>
            <a:lnRef idx="2">
              <a:schemeClr val="accent1"/>
            </a:lnRef>
            <a:fillRef idx="0">
              <a:schemeClr val="accent1"/>
            </a:fillRef>
            <a:effectRef idx="1">
              <a:schemeClr val="accent1"/>
            </a:effectRef>
            <a:fontRef idx="minor">
              <a:schemeClr val="tx1"/>
            </a:fontRef>
          </p:style>
        </p:cxnSp>
        <p:cxnSp>
          <p:nvCxnSpPr>
            <p:cNvPr id="69" name="Connettore 1 68"/>
            <p:cNvCxnSpPr/>
            <p:nvPr userDrawn="1"/>
          </p:nvCxnSpPr>
          <p:spPr>
            <a:xfrm>
              <a:off x="10001493" y="275867"/>
              <a:ext cx="0" cy="567843"/>
            </a:xfrm>
            <a:prstGeom prst="line">
              <a:avLst/>
            </a:prstGeom>
            <a:ln w="12700">
              <a:solidFill>
                <a:schemeClr val="bg1"/>
              </a:solidFill>
            </a:ln>
            <a:effectLst/>
          </p:spPr>
          <p:style>
            <a:lnRef idx="2">
              <a:schemeClr val="accent1"/>
            </a:lnRef>
            <a:fillRef idx="0">
              <a:schemeClr val="accent1"/>
            </a:fillRef>
            <a:effectRef idx="1">
              <a:schemeClr val="accent1"/>
            </a:effectRef>
            <a:fontRef idx="minor">
              <a:schemeClr val="tx1"/>
            </a:fontRef>
          </p:style>
        </p:cxnSp>
        <p:cxnSp>
          <p:nvCxnSpPr>
            <p:cNvPr id="70" name="Connettore 1 69"/>
            <p:cNvCxnSpPr/>
            <p:nvPr userDrawn="1"/>
          </p:nvCxnSpPr>
          <p:spPr>
            <a:xfrm>
              <a:off x="10150360" y="275867"/>
              <a:ext cx="0" cy="567843"/>
            </a:xfrm>
            <a:prstGeom prst="line">
              <a:avLst/>
            </a:prstGeom>
            <a:ln w="12700">
              <a:solidFill>
                <a:schemeClr val="bg1"/>
              </a:solidFill>
            </a:ln>
            <a:effectLst/>
          </p:spPr>
          <p:style>
            <a:lnRef idx="2">
              <a:schemeClr val="accent1"/>
            </a:lnRef>
            <a:fillRef idx="0">
              <a:schemeClr val="accent1"/>
            </a:fillRef>
            <a:effectRef idx="1">
              <a:schemeClr val="accent1"/>
            </a:effectRef>
            <a:fontRef idx="minor">
              <a:schemeClr val="tx1"/>
            </a:fontRef>
          </p:style>
        </p:cxnSp>
        <p:cxnSp>
          <p:nvCxnSpPr>
            <p:cNvPr id="71" name="Connettore 1 70"/>
            <p:cNvCxnSpPr/>
            <p:nvPr userDrawn="1"/>
          </p:nvCxnSpPr>
          <p:spPr>
            <a:xfrm>
              <a:off x="10299227" y="275867"/>
              <a:ext cx="0" cy="567843"/>
            </a:xfrm>
            <a:prstGeom prst="line">
              <a:avLst/>
            </a:prstGeom>
            <a:ln w="12700">
              <a:solidFill>
                <a:schemeClr val="bg1"/>
              </a:solidFill>
            </a:ln>
            <a:effectLst/>
          </p:spPr>
          <p:style>
            <a:lnRef idx="2">
              <a:schemeClr val="accent1"/>
            </a:lnRef>
            <a:fillRef idx="0">
              <a:schemeClr val="accent1"/>
            </a:fillRef>
            <a:effectRef idx="1">
              <a:schemeClr val="accent1"/>
            </a:effectRef>
            <a:fontRef idx="minor">
              <a:schemeClr val="tx1"/>
            </a:fontRef>
          </p:style>
        </p:cxnSp>
        <p:cxnSp>
          <p:nvCxnSpPr>
            <p:cNvPr id="72" name="Connettore 1 71"/>
            <p:cNvCxnSpPr/>
            <p:nvPr userDrawn="1"/>
          </p:nvCxnSpPr>
          <p:spPr>
            <a:xfrm>
              <a:off x="10448094" y="275867"/>
              <a:ext cx="0" cy="567843"/>
            </a:xfrm>
            <a:prstGeom prst="line">
              <a:avLst/>
            </a:prstGeom>
            <a:ln w="12700">
              <a:solidFill>
                <a:schemeClr val="bg1"/>
              </a:solidFill>
            </a:ln>
            <a:effectLst/>
          </p:spPr>
          <p:style>
            <a:lnRef idx="2">
              <a:schemeClr val="accent1"/>
            </a:lnRef>
            <a:fillRef idx="0">
              <a:schemeClr val="accent1"/>
            </a:fillRef>
            <a:effectRef idx="1">
              <a:schemeClr val="accent1"/>
            </a:effectRef>
            <a:fontRef idx="minor">
              <a:schemeClr val="tx1"/>
            </a:fontRef>
          </p:style>
        </p:cxnSp>
        <p:cxnSp>
          <p:nvCxnSpPr>
            <p:cNvPr id="73" name="Connettore 1 72"/>
            <p:cNvCxnSpPr/>
            <p:nvPr userDrawn="1"/>
          </p:nvCxnSpPr>
          <p:spPr>
            <a:xfrm>
              <a:off x="10596961" y="275867"/>
              <a:ext cx="0" cy="567843"/>
            </a:xfrm>
            <a:prstGeom prst="line">
              <a:avLst/>
            </a:prstGeom>
            <a:ln w="12700">
              <a:solidFill>
                <a:schemeClr val="bg1"/>
              </a:solidFill>
            </a:ln>
            <a:effectLst/>
          </p:spPr>
          <p:style>
            <a:lnRef idx="2">
              <a:schemeClr val="accent1"/>
            </a:lnRef>
            <a:fillRef idx="0">
              <a:schemeClr val="accent1"/>
            </a:fillRef>
            <a:effectRef idx="1">
              <a:schemeClr val="accent1"/>
            </a:effectRef>
            <a:fontRef idx="minor">
              <a:schemeClr val="tx1"/>
            </a:fontRef>
          </p:style>
        </p:cxnSp>
        <p:cxnSp>
          <p:nvCxnSpPr>
            <p:cNvPr id="74" name="Connettore 1 73"/>
            <p:cNvCxnSpPr/>
            <p:nvPr userDrawn="1"/>
          </p:nvCxnSpPr>
          <p:spPr>
            <a:xfrm>
              <a:off x="10745828" y="275867"/>
              <a:ext cx="0" cy="567843"/>
            </a:xfrm>
            <a:prstGeom prst="line">
              <a:avLst/>
            </a:prstGeom>
            <a:ln w="12700">
              <a:solidFill>
                <a:schemeClr val="bg1"/>
              </a:solidFill>
            </a:ln>
            <a:effectLst/>
          </p:spPr>
          <p:style>
            <a:lnRef idx="2">
              <a:schemeClr val="accent1"/>
            </a:lnRef>
            <a:fillRef idx="0">
              <a:schemeClr val="accent1"/>
            </a:fillRef>
            <a:effectRef idx="1">
              <a:schemeClr val="accent1"/>
            </a:effectRef>
            <a:fontRef idx="minor">
              <a:schemeClr val="tx1"/>
            </a:fontRef>
          </p:style>
        </p:cxnSp>
        <p:cxnSp>
          <p:nvCxnSpPr>
            <p:cNvPr id="75" name="Connettore 1 74"/>
            <p:cNvCxnSpPr/>
            <p:nvPr userDrawn="1"/>
          </p:nvCxnSpPr>
          <p:spPr>
            <a:xfrm>
              <a:off x="10894695" y="275867"/>
              <a:ext cx="0" cy="567843"/>
            </a:xfrm>
            <a:prstGeom prst="line">
              <a:avLst/>
            </a:prstGeom>
            <a:ln w="12700">
              <a:solidFill>
                <a:schemeClr val="bg1"/>
              </a:solidFill>
            </a:ln>
            <a:effectLst/>
          </p:spPr>
          <p:style>
            <a:lnRef idx="2">
              <a:schemeClr val="accent1"/>
            </a:lnRef>
            <a:fillRef idx="0">
              <a:schemeClr val="accent1"/>
            </a:fillRef>
            <a:effectRef idx="1">
              <a:schemeClr val="accent1"/>
            </a:effectRef>
            <a:fontRef idx="minor">
              <a:schemeClr val="tx1"/>
            </a:fontRef>
          </p:style>
        </p:cxnSp>
        <p:cxnSp>
          <p:nvCxnSpPr>
            <p:cNvPr id="76" name="Connettore 1 75"/>
            <p:cNvCxnSpPr/>
            <p:nvPr userDrawn="1"/>
          </p:nvCxnSpPr>
          <p:spPr>
            <a:xfrm>
              <a:off x="11043562" y="275867"/>
              <a:ext cx="0" cy="567843"/>
            </a:xfrm>
            <a:prstGeom prst="line">
              <a:avLst/>
            </a:prstGeom>
            <a:ln w="12700">
              <a:solidFill>
                <a:schemeClr val="bg1"/>
              </a:solidFill>
            </a:ln>
            <a:effectLst/>
          </p:spPr>
          <p:style>
            <a:lnRef idx="2">
              <a:schemeClr val="accent1"/>
            </a:lnRef>
            <a:fillRef idx="0">
              <a:schemeClr val="accent1"/>
            </a:fillRef>
            <a:effectRef idx="1">
              <a:schemeClr val="accent1"/>
            </a:effectRef>
            <a:fontRef idx="minor">
              <a:schemeClr val="tx1"/>
            </a:fontRef>
          </p:style>
        </p:cxnSp>
        <p:cxnSp>
          <p:nvCxnSpPr>
            <p:cNvPr id="77" name="Connettore 1 76"/>
            <p:cNvCxnSpPr/>
            <p:nvPr userDrawn="1"/>
          </p:nvCxnSpPr>
          <p:spPr>
            <a:xfrm>
              <a:off x="11192429" y="275867"/>
              <a:ext cx="0" cy="567843"/>
            </a:xfrm>
            <a:prstGeom prst="line">
              <a:avLst/>
            </a:prstGeom>
            <a:ln w="12700">
              <a:solidFill>
                <a:schemeClr val="bg1"/>
              </a:solidFill>
            </a:ln>
            <a:effectLst/>
          </p:spPr>
          <p:style>
            <a:lnRef idx="2">
              <a:schemeClr val="accent1"/>
            </a:lnRef>
            <a:fillRef idx="0">
              <a:schemeClr val="accent1"/>
            </a:fillRef>
            <a:effectRef idx="1">
              <a:schemeClr val="accent1"/>
            </a:effectRef>
            <a:fontRef idx="minor">
              <a:schemeClr val="tx1"/>
            </a:fontRef>
          </p:style>
        </p:cxnSp>
        <p:cxnSp>
          <p:nvCxnSpPr>
            <p:cNvPr id="78" name="Connettore 1 77"/>
            <p:cNvCxnSpPr/>
            <p:nvPr userDrawn="1"/>
          </p:nvCxnSpPr>
          <p:spPr>
            <a:xfrm>
              <a:off x="11341296" y="275867"/>
              <a:ext cx="0" cy="567843"/>
            </a:xfrm>
            <a:prstGeom prst="line">
              <a:avLst/>
            </a:prstGeom>
            <a:ln w="12700">
              <a:solidFill>
                <a:schemeClr val="bg1"/>
              </a:solidFill>
            </a:ln>
            <a:effectLst/>
          </p:spPr>
          <p:style>
            <a:lnRef idx="2">
              <a:schemeClr val="accent1"/>
            </a:lnRef>
            <a:fillRef idx="0">
              <a:schemeClr val="accent1"/>
            </a:fillRef>
            <a:effectRef idx="1">
              <a:schemeClr val="accent1"/>
            </a:effectRef>
            <a:fontRef idx="minor">
              <a:schemeClr val="tx1"/>
            </a:fontRef>
          </p:style>
        </p:cxnSp>
        <p:cxnSp>
          <p:nvCxnSpPr>
            <p:cNvPr id="79" name="Connettore 1 78"/>
            <p:cNvCxnSpPr/>
            <p:nvPr userDrawn="1"/>
          </p:nvCxnSpPr>
          <p:spPr>
            <a:xfrm>
              <a:off x="11490163" y="275867"/>
              <a:ext cx="0" cy="567843"/>
            </a:xfrm>
            <a:prstGeom prst="line">
              <a:avLst/>
            </a:prstGeom>
            <a:ln w="12700">
              <a:solidFill>
                <a:schemeClr val="bg1"/>
              </a:solidFill>
            </a:ln>
            <a:effectLst/>
          </p:spPr>
          <p:style>
            <a:lnRef idx="2">
              <a:schemeClr val="accent1"/>
            </a:lnRef>
            <a:fillRef idx="0">
              <a:schemeClr val="accent1"/>
            </a:fillRef>
            <a:effectRef idx="1">
              <a:schemeClr val="accent1"/>
            </a:effectRef>
            <a:fontRef idx="minor">
              <a:schemeClr val="tx1"/>
            </a:fontRef>
          </p:style>
        </p:cxnSp>
        <p:cxnSp>
          <p:nvCxnSpPr>
            <p:cNvPr id="80" name="Connettore 1 79"/>
            <p:cNvCxnSpPr/>
            <p:nvPr userDrawn="1"/>
          </p:nvCxnSpPr>
          <p:spPr>
            <a:xfrm>
              <a:off x="11639030" y="275867"/>
              <a:ext cx="0" cy="567843"/>
            </a:xfrm>
            <a:prstGeom prst="line">
              <a:avLst/>
            </a:prstGeom>
            <a:ln w="12700">
              <a:solidFill>
                <a:schemeClr val="bg1"/>
              </a:solidFill>
            </a:ln>
            <a:effectLst/>
          </p:spPr>
          <p:style>
            <a:lnRef idx="2">
              <a:schemeClr val="accent1"/>
            </a:lnRef>
            <a:fillRef idx="0">
              <a:schemeClr val="accent1"/>
            </a:fillRef>
            <a:effectRef idx="1">
              <a:schemeClr val="accent1"/>
            </a:effectRef>
            <a:fontRef idx="minor">
              <a:schemeClr val="tx1"/>
            </a:fontRef>
          </p:style>
        </p:cxnSp>
        <p:cxnSp>
          <p:nvCxnSpPr>
            <p:cNvPr id="81" name="Connettore 1 80"/>
            <p:cNvCxnSpPr/>
            <p:nvPr userDrawn="1"/>
          </p:nvCxnSpPr>
          <p:spPr>
            <a:xfrm>
              <a:off x="11787897" y="275867"/>
              <a:ext cx="0" cy="567843"/>
            </a:xfrm>
            <a:prstGeom prst="line">
              <a:avLst/>
            </a:prstGeom>
            <a:ln w="12700">
              <a:solidFill>
                <a:schemeClr val="bg1"/>
              </a:solidFill>
            </a:ln>
            <a:effectLst/>
          </p:spPr>
          <p:style>
            <a:lnRef idx="2">
              <a:schemeClr val="accent1"/>
            </a:lnRef>
            <a:fillRef idx="0">
              <a:schemeClr val="accent1"/>
            </a:fillRef>
            <a:effectRef idx="1">
              <a:schemeClr val="accent1"/>
            </a:effectRef>
            <a:fontRef idx="minor">
              <a:schemeClr val="tx1"/>
            </a:fontRef>
          </p:style>
        </p:cxnSp>
        <p:cxnSp>
          <p:nvCxnSpPr>
            <p:cNvPr id="82" name="Connettore 1 81"/>
            <p:cNvCxnSpPr/>
            <p:nvPr userDrawn="1"/>
          </p:nvCxnSpPr>
          <p:spPr>
            <a:xfrm>
              <a:off x="11936764" y="275867"/>
              <a:ext cx="0" cy="567843"/>
            </a:xfrm>
            <a:prstGeom prst="line">
              <a:avLst/>
            </a:prstGeom>
            <a:ln w="12700">
              <a:solidFill>
                <a:schemeClr val="bg1"/>
              </a:solidFill>
            </a:ln>
            <a:effectLst/>
          </p:spPr>
          <p:style>
            <a:lnRef idx="2">
              <a:schemeClr val="accent1"/>
            </a:lnRef>
            <a:fillRef idx="0">
              <a:schemeClr val="accent1"/>
            </a:fillRef>
            <a:effectRef idx="1">
              <a:schemeClr val="accent1"/>
            </a:effectRef>
            <a:fontRef idx="minor">
              <a:schemeClr val="tx1"/>
            </a:fontRef>
          </p:style>
        </p:cxnSp>
        <p:cxnSp>
          <p:nvCxnSpPr>
            <p:cNvPr id="83" name="Connettore 1 82"/>
            <p:cNvCxnSpPr/>
            <p:nvPr userDrawn="1"/>
          </p:nvCxnSpPr>
          <p:spPr>
            <a:xfrm>
              <a:off x="12085631" y="275867"/>
              <a:ext cx="0" cy="567843"/>
            </a:xfrm>
            <a:prstGeom prst="line">
              <a:avLst/>
            </a:prstGeom>
            <a:ln w="12700">
              <a:solidFill>
                <a:schemeClr val="bg1"/>
              </a:solidFill>
            </a:ln>
            <a:effectLst/>
          </p:spPr>
          <p:style>
            <a:lnRef idx="2">
              <a:schemeClr val="accent1"/>
            </a:lnRef>
            <a:fillRef idx="0">
              <a:schemeClr val="accent1"/>
            </a:fillRef>
            <a:effectRef idx="1">
              <a:schemeClr val="accent1"/>
            </a:effectRef>
            <a:fontRef idx="minor">
              <a:schemeClr val="tx1"/>
            </a:fontRef>
          </p:style>
        </p:cxnSp>
        <p:cxnSp>
          <p:nvCxnSpPr>
            <p:cNvPr id="84" name="Connettore 1 83"/>
            <p:cNvCxnSpPr/>
            <p:nvPr userDrawn="1"/>
          </p:nvCxnSpPr>
          <p:spPr>
            <a:xfrm>
              <a:off x="12234498" y="275867"/>
              <a:ext cx="0" cy="567843"/>
            </a:xfrm>
            <a:prstGeom prst="line">
              <a:avLst/>
            </a:prstGeom>
            <a:ln w="12700">
              <a:solidFill>
                <a:schemeClr val="bg1"/>
              </a:solidFill>
            </a:ln>
            <a:effectLst/>
          </p:spPr>
          <p:style>
            <a:lnRef idx="2">
              <a:schemeClr val="accent1"/>
            </a:lnRef>
            <a:fillRef idx="0">
              <a:schemeClr val="accent1"/>
            </a:fillRef>
            <a:effectRef idx="1">
              <a:schemeClr val="accent1"/>
            </a:effectRef>
            <a:fontRef idx="minor">
              <a:schemeClr val="tx1"/>
            </a:fontRef>
          </p:style>
        </p:cxnSp>
        <p:cxnSp>
          <p:nvCxnSpPr>
            <p:cNvPr id="85" name="Connettore 1 84"/>
            <p:cNvCxnSpPr/>
            <p:nvPr userDrawn="1"/>
          </p:nvCxnSpPr>
          <p:spPr>
            <a:xfrm>
              <a:off x="12383365" y="275867"/>
              <a:ext cx="0" cy="567843"/>
            </a:xfrm>
            <a:prstGeom prst="line">
              <a:avLst/>
            </a:prstGeom>
            <a:ln w="12700">
              <a:solidFill>
                <a:schemeClr val="bg1"/>
              </a:solidFill>
            </a:ln>
            <a:effectLst/>
          </p:spPr>
          <p:style>
            <a:lnRef idx="2">
              <a:schemeClr val="accent1"/>
            </a:lnRef>
            <a:fillRef idx="0">
              <a:schemeClr val="accent1"/>
            </a:fillRef>
            <a:effectRef idx="1">
              <a:schemeClr val="accent1"/>
            </a:effectRef>
            <a:fontRef idx="minor">
              <a:schemeClr val="tx1"/>
            </a:fontRef>
          </p:style>
        </p:cxnSp>
        <p:cxnSp>
          <p:nvCxnSpPr>
            <p:cNvPr id="86" name="Connettore 1 85"/>
            <p:cNvCxnSpPr/>
            <p:nvPr userDrawn="1"/>
          </p:nvCxnSpPr>
          <p:spPr>
            <a:xfrm>
              <a:off x="12532232" y="275867"/>
              <a:ext cx="0" cy="567843"/>
            </a:xfrm>
            <a:prstGeom prst="line">
              <a:avLst/>
            </a:prstGeom>
            <a:ln w="12700">
              <a:solidFill>
                <a:schemeClr val="bg1"/>
              </a:solidFill>
            </a:ln>
            <a:effectLst/>
          </p:spPr>
          <p:style>
            <a:lnRef idx="2">
              <a:schemeClr val="accent1"/>
            </a:lnRef>
            <a:fillRef idx="0">
              <a:schemeClr val="accent1"/>
            </a:fillRef>
            <a:effectRef idx="1">
              <a:schemeClr val="accent1"/>
            </a:effectRef>
            <a:fontRef idx="minor">
              <a:schemeClr val="tx1"/>
            </a:fontRef>
          </p:style>
        </p:cxnSp>
        <p:cxnSp>
          <p:nvCxnSpPr>
            <p:cNvPr id="87" name="Connettore 1 86"/>
            <p:cNvCxnSpPr/>
            <p:nvPr userDrawn="1"/>
          </p:nvCxnSpPr>
          <p:spPr>
            <a:xfrm>
              <a:off x="12681099" y="275867"/>
              <a:ext cx="0" cy="567843"/>
            </a:xfrm>
            <a:prstGeom prst="line">
              <a:avLst/>
            </a:prstGeom>
            <a:ln w="12700">
              <a:solidFill>
                <a:schemeClr val="bg1"/>
              </a:solidFill>
            </a:ln>
            <a:effectLst/>
          </p:spPr>
          <p:style>
            <a:lnRef idx="2">
              <a:schemeClr val="accent1"/>
            </a:lnRef>
            <a:fillRef idx="0">
              <a:schemeClr val="accent1"/>
            </a:fillRef>
            <a:effectRef idx="1">
              <a:schemeClr val="accent1"/>
            </a:effectRef>
            <a:fontRef idx="minor">
              <a:schemeClr val="tx1"/>
            </a:fontRef>
          </p:style>
        </p:cxnSp>
        <p:cxnSp>
          <p:nvCxnSpPr>
            <p:cNvPr id="88" name="Connettore 1 87"/>
            <p:cNvCxnSpPr/>
            <p:nvPr userDrawn="1"/>
          </p:nvCxnSpPr>
          <p:spPr>
            <a:xfrm>
              <a:off x="12829966" y="275867"/>
              <a:ext cx="0" cy="567843"/>
            </a:xfrm>
            <a:prstGeom prst="line">
              <a:avLst/>
            </a:prstGeom>
            <a:ln w="12700">
              <a:solidFill>
                <a:schemeClr val="bg1"/>
              </a:solidFill>
            </a:ln>
            <a:effectLst/>
          </p:spPr>
          <p:style>
            <a:lnRef idx="2">
              <a:schemeClr val="accent1"/>
            </a:lnRef>
            <a:fillRef idx="0">
              <a:schemeClr val="accent1"/>
            </a:fillRef>
            <a:effectRef idx="1">
              <a:schemeClr val="accent1"/>
            </a:effectRef>
            <a:fontRef idx="minor">
              <a:schemeClr val="tx1"/>
            </a:fontRef>
          </p:style>
        </p:cxnSp>
        <p:cxnSp>
          <p:nvCxnSpPr>
            <p:cNvPr id="89" name="Connettore 1 88"/>
            <p:cNvCxnSpPr/>
            <p:nvPr userDrawn="1"/>
          </p:nvCxnSpPr>
          <p:spPr>
            <a:xfrm>
              <a:off x="12978833" y="275867"/>
              <a:ext cx="0" cy="567843"/>
            </a:xfrm>
            <a:prstGeom prst="line">
              <a:avLst/>
            </a:prstGeom>
            <a:ln w="12700">
              <a:solidFill>
                <a:schemeClr val="bg1"/>
              </a:solidFill>
            </a:ln>
            <a:effectLst/>
          </p:spPr>
          <p:style>
            <a:lnRef idx="2">
              <a:schemeClr val="accent1"/>
            </a:lnRef>
            <a:fillRef idx="0">
              <a:schemeClr val="accent1"/>
            </a:fillRef>
            <a:effectRef idx="1">
              <a:schemeClr val="accent1"/>
            </a:effectRef>
            <a:fontRef idx="minor">
              <a:schemeClr val="tx1"/>
            </a:fontRef>
          </p:style>
        </p:cxnSp>
        <p:cxnSp>
          <p:nvCxnSpPr>
            <p:cNvPr id="90" name="Connettore 1 89"/>
            <p:cNvCxnSpPr/>
            <p:nvPr userDrawn="1"/>
          </p:nvCxnSpPr>
          <p:spPr>
            <a:xfrm>
              <a:off x="13127700" y="275867"/>
              <a:ext cx="0" cy="567843"/>
            </a:xfrm>
            <a:prstGeom prst="line">
              <a:avLst/>
            </a:prstGeom>
            <a:ln w="12700">
              <a:solidFill>
                <a:schemeClr val="bg1"/>
              </a:solidFill>
            </a:ln>
            <a:effectLst/>
          </p:spPr>
          <p:style>
            <a:lnRef idx="2">
              <a:schemeClr val="accent1"/>
            </a:lnRef>
            <a:fillRef idx="0">
              <a:schemeClr val="accent1"/>
            </a:fillRef>
            <a:effectRef idx="1">
              <a:schemeClr val="accent1"/>
            </a:effectRef>
            <a:fontRef idx="minor">
              <a:schemeClr val="tx1"/>
            </a:fontRef>
          </p:style>
        </p:cxnSp>
        <p:cxnSp>
          <p:nvCxnSpPr>
            <p:cNvPr id="91" name="Connettore 1 90"/>
            <p:cNvCxnSpPr/>
            <p:nvPr userDrawn="1"/>
          </p:nvCxnSpPr>
          <p:spPr>
            <a:xfrm>
              <a:off x="13276567" y="275867"/>
              <a:ext cx="0" cy="567843"/>
            </a:xfrm>
            <a:prstGeom prst="line">
              <a:avLst/>
            </a:prstGeom>
            <a:ln w="12700">
              <a:solidFill>
                <a:schemeClr val="bg1"/>
              </a:solidFill>
            </a:ln>
            <a:effectLst/>
          </p:spPr>
          <p:style>
            <a:lnRef idx="2">
              <a:schemeClr val="accent1"/>
            </a:lnRef>
            <a:fillRef idx="0">
              <a:schemeClr val="accent1"/>
            </a:fillRef>
            <a:effectRef idx="1">
              <a:schemeClr val="accent1"/>
            </a:effectRef>
            <a:fontRef idx="minor">
              <a:schemeClr val="tx1"/>
            </a:fontRef>
          </p:style>
        </p:cxnSp>
        <p:cxnSp>
          <p:nvCxnSpPr>
            <p:cNvPr id="92" name="Connettore 1 91"/>
            <p:cNvCxnSpPr/>
            <p:nvPr userDrawn="1"/>
          </p:nvCxnSpPr>
          <p:spPr>
            <a:xfrm>
              <a:off x="13425434" y="275867"/>
              <a:ext cx="0" cy="567843"/>
            </a:xfrm>
            <a:prstGeom prst="line">
              <a:avLst/>
            </a:prstGeom>
            <a:ln w="12700">
              <a:solidFill>
                <a:schemeClr val="bg1"/>
              </a:solidFill>
            </a:ln>
            <a:effectLst/>
          </p:spPr>
          <p:style>
            <a:lnRef idx="2">
              <a:schemeClr val="accent1"/>
            </a:lnRef>
            <a:fillRef idx="0">
              <a:schemeClr val="accent1"/>
            </a:fillRef>
            <a:effectRef idx="1">
              <a:schemeClr val="accent1"/>
            </a:effectRef>
            <a:fontRef idx="minor">
              <a:schemeClr val="tx1"/>
            </a:fontRef>
          </p:style>
        </p:cxnSp>
        <p:cxnSp>
          <p:nvCxnSpPr>
            <p:cNvPr id="93" name="Connettore 1 92"/>
            <p:cNvCxnSpPr/>
            <p:nvPr userDrawn="1"/>
          </p:nvCxnSpPr>
          <p:spPr>
            <a:xfrm>
              <a:off x="13574301" y="275867"/>
              <a:ext cx="0" cy="567843"/>
            </a:xfrm>
            <a:prstGeom prst="line">
              <a:avLst/>
            </a:prstGeom>
            <a:ln w="12700">
              <a:solidFill>
                <a:schemeClr val="bg1"/>
              </a:solidFill>
            </a:ln>
            <a:effectLst/>
          </p:spPr>
          <p:style>
            <a:lnRef idx="2">
              <a:schemeClr val="accent1"/>
            </a:lnRef>
            <a:fillRef idx="0">
              <a:schemeClr val="accent1"/>
            </a:fillRef>
            <a:effectRef idx="1">
              <a:schemeClr val="accent1"/>
            </a:effectRef>
            <a:fontRef idx="minor">
              <a:schemeClr val="tx1"/>
            </a:fontRef>
          </p:style>
        </p:cxnSp>
        <p:cxnSp>
          <p:nvCxnSpPr>
            <p:cNvPr id="94" name="Connettore 1 93"/>
            <p:cNvCxnSpPr/>
            <p:nvPr userDrawn="1"/>
          </p:nvCxnSpPr>
          <p:spPr>
            <a:xfrm>
              <a:off x="13723168" y="275867"/>
              <a:ext cx="0" cy="567843"/>
            </a:xfrm>
            <a:prstGeom prst="line">
              <a:avLst/>
            </a:prstGeom>
            <a:ln w="12700">
              <a:solidFill>
                <a:schemeClr val="bg1"/>
              </a:solidFill>
            </a:ln>
            <a:effectLst/>
          </p:spPr>
          <p:style>
            <a:lnRef idx="2">
              <a:schemeClr val="accent1"/>
            </a:lnRef>
            <a:fillRef idx="0">
              <a:schemeClr val="accent1"/>
            </a:fillRef>
            <a:effectRef idx="1">
              <a:schemeClr val="accent1"/>
            </a:effectRef>
            <a:fontRef idx="minor">
              <a:schemeClr val="tx1"/>
            </a:fontRef>
          </p:style>
        </p:cxnSp>
        <p:cxnSp>
          <p:nvCxnSpPr>
            <p:cNvPr id="95" name="Connettore 1 94"/>
            <p:cNvCxnSpPr/>
            <p:nvPr userDrawn="1"/>
          </p:nvCxnSpPr>
          <p:spPr>
            <a:xfrm>
              <a:off x="13872035" y="275867"/>
              <a:ext cx="0" cy="567843"/>
            </a:xfrm>
            <a:prstGeom prst="line">
              <a:avLst/>
            </a:prstGeom>
            <a:ln w="12700">
              <a:solidFill>
                <a:schemeClr val="bg1"/>
              </a:solidFill>
            </a:ln>
            <a:effectLst/>
          </p:spPr>
          <p:style>
            <a:lnRef idx="2">
              <a:schemeClr val="accent1"/>
            </a:lnRef>
            <a:fillRef idx="0">
              <a:schemeClr val="accent1"/>
            </a:fillRef>
            <a:effectRef idx="1">
              <a:schemeClr val="accent1"/>
            </a:effectRef>
            <a:fontRef idx="minor">
              <a:schemeClr val="tx1"/>
            </a:fontRef>
          </p:style>
        </p:cxnSp>
        <p:cxnSp>
          <p:nvCxnSpPr>
            <p:cNvPr id="96" name="Connettore 1 95"/>
            <p:cNvCxnSpPr/>
            <p:nvPr userDrawn="1"/>
          </p:nvCxnSpPr>
          <p:spPr>
            <a:xfrm>
              <a:off x="14020902" y="275867"/>
              <a:ext cx="0" cy="567843"/>
            </a:xfrm>
            <a:prstGeom prst="line">
              <a:avLst/>
            </a:prstGeom>
            <a:ln w="12700">
              <a:solidFill>
                <a:schemeClr val="bg1"/>
              </a:solidFill>
            </a:ln>
            <a:effectLst/>
          </p:spPr>
          <p:style>
            <a:lnRef idx="2">
              <a:schemeClr val="accent1"/>
            </a:lnRef>
            <a:fillRef idx="0">
              <a:schemeClr val="accent1"/>
            </a:fillRef>
            <a:effectRef idx="1">
              <a:schemeClr val="accent1"/>
            </a:effectRef>
            <a:fontRef idx="minor">
              <a:schemeClr val="tx1"/>
            </a:fontRef>
          </p:style>
        </p:cxnSp>
        <p:cxnSp>
          <p:nvCxnSpPr>
            <p:cNvPr id="97" name="Connettore 1 96"/>
            <p:cNvCxnSpPr/>
            <p:nvPr userDrawn="1"/>
          </p:nvCxnSpPr>
          <p:spPr>
            <a:xfrm>
              <a:off x="14169769" y="275867"/>
              <a:ext cx="0" cy="567843"/>
            </a:xfrm>
            <a:prstGeom prst="line">
              <a:avLst/>
            </a:prstGeom>
            <a:ln w="12700">
              <a:solidFill>
                <a:schemeClr val="bg1"/>
              </a:solidFill>
            </a:ln>
            <a:effectLst/>
          </p:spPr>
          <p:style>
            <a:lnRef idx="2">
              <a:schemeClr val="accent1"/>
            </a:lnRef>
            <a:fillRef idx="0">
              <a:schemeClr val="accent1"/>
            </a:fillRef>
            <a:effectRef idx="1">
              <a:schemeClr val="accent1"/>
            </a:effectRef>
            <a:fontRef idx="minor">
              <a:schemeClr val="tx1"/>
            </a:fontRef>
          </p:style>
        </p:cxnSp>
        <p:cxnSp>
          <p:nvCxnSpPr>
            <p:cNvPr id="98" name="Connettore 1 97"/>
            <p:cNvCxnSpPr/>
            <p:nvPr userDrawn="1"/>
          </p:nvCxnSpPr>
          <p:spPr>
            <a:xfrm>
              <a:off x="14318636" y="275867"/>
              <a:ext cx="0" cy="567843"/>
            </a:xfrm>
            <a:prstGeom prst="line">
              <a:avLst/>
            </a:prstGeom>
            <a:ln w="12700">
              <a:solidFill>
                <a:schemeClr val="bg1"/>
              </a:solidFill>
            </a:ln>
            <a:effectLst/>
          </p:spPr>
          <p:style>
            <a:lnRef idx="2">
              <a:schemeClr val="accent1"/>
            </a:lnRef>
            <a:fillRef idx="0">
              <a:schemeClr val="accent1"/>
            </a:fillRef>
            <a:effectRef idx="1">
              <a:schemeClr val="accent1"/>
            </a:effectRef>
            <a:fontRef idx="minor">
              <a:schemeClr val="tx1"/>
            </a:fontRef>
          </p:style>
        </p:cxnSp>
        <p:cxnSp>
          <p:nvCxnSpPr>
            <p:cNvPr id="99" name="Connettore 1 98"/>
            <p:cNvCxnSpPr/>
            <p:nvPr userDrawn="1"/>
          </p:nvCxnSpPr>
          <p:spPr>
            <a:xfrm>
              <a:off x="14467503" y="275867"/>
              <a:ext cx="0" cy="567843"/>
            </a:xfrm>
            <a:prstGeom prst="line">
              <a:avLst/>
            </a:prstGeom>
            <a:ln w="12700">
              <a:solidFill>
                <a:schemeClr val="bg1"/>
              </a:solidFill>
            </a:ln>
            <a:effectLst/>
          </p:spPr>
          <p:style>
            <a:lnRef idx="2">
              <a:schemeClr val="accent1"/>
            </a:lnRef>
            <a:fillRef idx="0">
              <a:schemeClr val="accent1"/>
            </a:fillRef>
            <a:effectRef idx="1">
              <a:schemeClr val="accent1"/>
            </a:effectRef>
            <a:fontRef idx="minor">
              <a:schemeClr val="tx1"/>
            </a:fontRef>
          </p:style>
        </p:cxnSp>
        <p:cxnSp>
          <p:nvCxnSpPr>
            <p:cNvPr id="100" name="Connettore 1 99"/>
            <p:cNvCxnSpPr/>
            <p:nvPr userDrawn="1"/>
          </p:nvCxnSpPr>
          <p:spPr>
            <a:xfrm>
              <a:off x="14616370" y="275867"/>
              <a:ext cx="0" cy="567843"/>
            </a:xfrm>
            <a:prstGeom prst="line">
              <a:avLst/>
            </a:prstGeom>
            <a:ln w="12700">
              <a:solidFill>
                <a:schemeClr val="bg1"/>
              </a:solidFill>
            </a:ln>
            <a:effectLst/>
          </p:spPr>
          <p:style>
            <a:lnRef idx="2">
              <a:schemeClr val="accent1"/>
            </a:lnRef>
            <a:fillRef idx="0">
              <a:schemeClr val="accent1"/>
            </a:fillRef>
            <a:effectRef idx="1">
              <a:schemeClr val="accent1"/>
            </a:effectRef>
            <a:fontRef idx="minor">
              <a:schemeClr val="tx1"/>
            </a:fontRef>
          </p:style>
        </p:cxnSp>
        <p:cxnSp>
          <p:nvCxnSpPr>
            <p:cNvPr id="101" name="Connettore 1 100"/>
            <p:cNvCxnSpPr/>
            <p:nvPr userDrawn="1"/>
          </p:nvCxnSpPr>
          <p:spPr>
            <a:xfrm>
              <a:off x="14765237" y="275867"/>
              <a:ext cx="0" cy="567843"/>
            </a:xfrm>
            <a:prstGeom prst="line">
              <a:avLst/>
            </a:prstGeom>
            <a:ln w="12700">
              <a:solidFill>
                <a:schemeClr val="bg1"/>
              </a:solidFill>
            </a:ln>
            <a:effectLst/>
          </p:spPr>
          <p:style>
            <a:lnRef idx="2">
              <a:schemeClr val="accent1"/>
            </a:lnRef>
            <a:fillRef idx="0">
              <a:schemeClr val="accent1"/>
            </a:fillRef>
            <a:effectRef idx="1">
              <a:schemeClr val="accent1"/>
            </a:effectRef>
            <a:fontRef idx="minor">
              <a:schemeClr val="tx1"/>
            </a:fontRef>
          </p:style>
        </p:cxnSp>
        <p:cxnSp>
          <p:nvCxnSpPr>
            <p:cNvPr id="102" name="Connettore 1 101"/>
            <p:cNvCxnSpPr/>
            <p:nvPr userDrawn="1"/>
          </p:nvCxnSpPr>
          <p:spPr>
            <a:xfrm>
              <a:off x="14914104" y="275867"/>
              <a:ext cx="0" cy="567843"/>
            </a:xfrm>
            <a:prstGeom prst="line">
              <a:avLst/>
            </a:prstGeom>
            <a:ln w="12700">
              <a:solidFill>
                <a:schemeClr val="bg1"/>
              </a:solidFill>
            </a:ln>
            <a:effectLst/>
          </p:spPr>
          <p:style>
            <a:lnRef idx="2">
              <a:schemeClr val="accent1"/>
            </a:lnRef>
            <a:fillRef idx="0">
              <a:schemeClr val="accent1"/>
            </a:fillRef>
            <a:effectRef idx="1">
              <a:schemeClr val="accent1"/>
            </a:effectRef>
            <a:fontRef idx="minor">
              <a:schemeClr val="tx1"/>
            </a:fontRef>
          </p:style>
        </p:cxnSp>
        <p:cxnSp>
          <p:nvCxnSpPr>
            <p:cNvPr id="103" name="Connettore 1 102"/>
            <p:cNvCxnSpPr/>
            <p:nvPr userDrawn="1"/>
          </p:nvCxnSpPr>
          <p:spPr>
            <a:xfrm>
              <a:off x="15062971" y="275867"/>
              <a:ext cx="0" cy="567843"/>
            </a:xfrm>
            <a:prstGeom prst="line">
              <a:avLst/>
            </a:prstGeom>
            <a:ln w="12700">
              <a:solidFill>
                <a:schemeClr val="bg1"/>
              </a:solidFill>
            </a:ln>
            <a:effectLst/>
          </p:spPr>
          <p:style>
            <a:lnRef idx="2">
              <a:schemeClr val="accent1"/>
            </a:lnRef>
            <a:fillRef idx="0">
              <a:schemeClr val="accent1"/>
            </a:fillRef>
            <a:effectRef idx="1">
              <a:schemeClr val="accent1"/>
            </a:effectRef>
            <a:fontRef idx="minor">
              <a:schemeClr val="tx1"/>
            </a:fontRef>
          </p:style>
        </p:cxnSp>
        <p:cxnSp>
          <p:nvCxnSpPr>
            <p:cNvPr id="104" name="Connettore 1 103"/>
            <p:cNvCxnSpPr/>
            <p:nvPr userDrawn="1"/>
          </p:nvCxnSpPr>
          <p:spPr>
            <a:xfrm>
              <a:off x="15211838" y="275867"/>
              <a:ext cx="0" cy="567843"/>
            </a:xfrm>
            <a:prstGeom prst="line">
              <a:avLst/>
            </a:prstGeom>
            <a:ln w="12700">
              <a:solidFill>
                <a:schemeClr val="bg1"/>
              </a:solidFill>
            </a:ln>
            <a:effectLst/>
          </p:spPr>
          <p:style>
            <a:lnRef idx="2">
              <a:schemeClr val="accent1"/>
            </a:lnRef>
            <a:fillRef idx="0">
              <a:schemeClr val="accent1"/>
            </a:fillRef>
            <a:effectRef idx="1">
              <a:schemeClr val="accent1"/>
            </a:effectRef>
            <a:fontRef idx="minor">
              <a:schemeClr val="tx1"/>
            </a:fontRef>
          </p:style>
        </p:cxnSp>
        <p:cxnSp>
          <p:nvCxnSpPr>
            <p:cNvPr id="105" name="Connettore 1 104"/>
            <p:cNvCxnSpPr/>
            <p:nvPr userDrawn="1"/>
          </p:nvCxnSpPr>
          <p:spPr>
            <a:xfrm>
              <a:off x="15360705" y="275867"/>
              <a:ext cx="0" cy="567843"/>
            </a:xfrm>
            <a:prstGeom prst="line">
              <a:avLst/>
            </a:prstGeom>
            <a:ln w="12700">
              <a:solidFill>
                <a:schemeClr val="bg1"/>
              </a:solidFill>
            </a:ln>
            <a:effectLst/>
          </p:spPr>
          <p:style>
            <a:lnRef idx="2">
              <a:schemeClr val="accent1"/>
            </a:lnRef>
            <a:fillRef idx="0">
              <a:schemeClr val="accent1"/>
            </a:fillRef>
            <a:effectRef idx="1">
              <a:schemeClr val="accent1"/>
            </a:effectRef>
            <a:fontRef idx="minor">
              <a:schemeClr val="tx1"/>
            </a:fontRef>
          </p:style>
        </p:cxnSp>
        <p:cxnSp>
          <p:nvCxnSpPr>
            <p:cNvPr id="106" name="Connettore 1 105"/>
            <p:cNvCxnSpPr/>
            <p:nvPr userDrawn="1"/>
          </p:nvCxnSpPr>
          <p:spPr>
            <a:xfrm>
              <a:off x="15509572" y="275867"/>
              <a:ext cx="0" cy="567843"/>
            </a:xfrm>
            <a:prstGeom prst="line">
              <a:avLst/>
            </a:prstGeom>
            <a:ln w="12700">
              <a:solidFill>
                <a:schemeClr val="bg1"/>
              </a:solidFill>
            </a:ln>
            <a:effectLst/>
          </p:spPr>
          <p:style>
            <a:lnRef idx="2">
              <a:schemeClr val="accent1"/>
            </a:lnRef>
            <a:fillRef idx="0">
              <a:schemeClr val="accent1"/>
            </a:fillRef>
            <a:effectRef idx="1">
              <a:schemeClr val="accent1"/>
            </a:effectRef>
            <a:fontRef idx="minor">
              <a:schemeClr val="tx1"/>
            </a:fontRef>
          </p:style>
        </p:cxnSp>
        <p:cxnSp>
          <p:nvCxnSpPr>
            <p:cNvPr id="107" name="Connettore 1 106"/>
            <p:cNvCxnSpPr/>
            <p:nvPr userDrawn="1"/>
          </p:nvCxnSpPr>
          <p:spPr>
            <a:xfrm>
              <a:off x="15658439" y="275867"/>
              <a:ext cx="0" cy="567843"/>
            </a:xfrm>
            <a:prstGeom prst="line">
              <a:avLst/>
            </a:prstGeom>
            <a:ln w="12700">
              <a:solidFill>
                <a:schemeClr val="bg1"/>
              </a:solidFill>
            </a:ln>
            <a:effectLst/>
          </p:spPr>
          <p:style>
            <a:lnRef idx="2">
              <a:schemeClr val="accent1"/>
            </a:lnRef>
            <a:fillRef idx="0">
              <a:schemeClr val="accent1"/>
            </a:fillRef>
            <a:effectRef idx="1">
              <a:schemeClr val="accent1"/>
            </a:effectRef>
            <a:fontRef idx="minor">
              <a:schemeClr val="tx1"/>
            </a:fontRef>
          </p:style>
        </p:cxnSp>
        <p:cxnSp>
          <p:nvCxnSpPr>
            <p:cNvPr id="108" name="Connettore 1 107"/>
            <p:cNvCxnSpPr/>
            <p:nvPr userDrawn="1"/>
          </p:nvCxnSpPr>
          <p:spPr>
            <a:xfrm>
              <a:off x="15807306" y="275867"/>
              <a:ext cx="0" cy="567843"/>
            </a:xfrm>
            <a:prstGeom prst="line">
              <a:avLst/>
            </a:prstGeom>
            <a:ln w="12700">
              <a:solidFill>
                <a:schemeClr val="bg1"/>
              </a:solidFill>
            </a:ln>
            <a:effectLst/>
          </p:spPr>
          <p:style>
            <a:lnRef idx="2">
              <a:schemeClr val="accent1"/>
            </a:lnRef>
            <a:fillRef idx="0">
              <a:schemeClr val="accent1"/>
            </a:fillRef>
            <a:effectRef idx="1">
              <a:schemeClr val="accent1"/>
            </a:effectRef>
            <a:fontRef idx="minor">
              <a:schemeClr val="tx1"/>
            </a:fontRef>
          </p:style>
        </p:cxnSp>
        <p:cxnSp>
          <p:nvCxnSpPr>
            <p:cNvPr id="109" name="Connettore 1 108"/>
            <p:cNvCxnSpPr/>
            <p:nvPr userDrawn="1"/>
          </p:nvCxnSpPr>
          <p:spPr>
            <a:xfrm>
              <a:off x="15956173" y="275867"/>
              <a:ext cx="0" cy="567843"/>
            </a:xfrm>
            <a:prstGeom prst="line">
              <a:avLst/>
            </a:prstGeom>
            <a:ln w="12700">
              <a:solidFill>
                <a:schemeClr val="bg1"/>
              </a:solidFill>
            </a:ln>
            <a:effectLst/>
          </p:spPr>
          <p:style>
            <a:lnRef idx="2">
              <a:schemeClr val="accent1"/>
            </a:lnRef>
            <a:fillRef idx="0">
              <a:schemeClr val="accent1"/>
            </a:fillRef>
            <a:effectRef idx="1">
              <a:schemeClr val="accent1"/>
            </a:effectRef>
            <a:fontRef idx="minor">
              <a:schemeClr val="tx1"/>
            </a:fontRef>
          </p:style>
        </p:cxnSp>
        <p:cxnSp>
          <p:nvCxnSpPr>
            <p:cNvPr id="110" name="Connettore 1 109"/>
            <p:cNvCxnSpPr/>
            <p:nvPr userDrawn="1"/>
          </p:nvCxnSpPr>
          <p:spPr>
            <a:xfrm>
              <a:off x="16105040" y="275867"/>
              <a:ext cx="0" cy="567843"/>
            </a:xfrm>
            <a:prstGeom prst="line">
              <a:avLst/>
            </a:prstGeom>
            <a:ln w="12700">
              <a:solidFill>
                <a:schemeClr val="bg1"/>
              </a:solidFill>
            </a:ln>
            <a:effectLst/>
          </p:spPr>
          <p:style>
            <a:lnRef idx="2">
              <a:schemeClr val="accent1"/>
            </a:lnRef>
            <a:fillRef idx="0">
              <a:schemeClr val="accent1"/>
            </a:fillRef>
            <a:effectRef idx="1">
              <a:schemeClr val="accent1"/>
            </a:effectRef>
            <a:fontRef idx="minor">
              <a:schemeClr val="tx1"/>
            </a:fontRef>
          </p:style>
        </p:cxnSp>
        <p:cxnSp>
          <p:nvCxnSpPr>
            <p:cNvPr id="111" name="Connettore 1 110"/>
            <p:cNvCxnSpPr/>
            <p:nvPr userDrawn="1"/>
          </p:nvCxnSpPr>
          <p:spPr>
            <a:xfrm>
              <a:off x="16253907" y="275867"/>
              <a:ext cx="0" cy="567843"/>
            </a:xfrm>
            <a:prstGeom prst="line">
              <a:avLst/>
            </a:prstGeom>
            <a:ln w="12700">
              <a:solidFill>
                <a:schemeClr val="bg1"/>
              </a:solidFill>
            </a:ln>
            <a:effectLst/>
          </p:spPr>
          <p:style>
            <a:lnRef idx="2">
              <a:schemeClr val="accent1"/>
            </a:lnRef>
            <a:fillRef idx="0">
              <a:schemeClr val="accent1"/>
            </a:fillRef>
            <a:effectRef idx="1">
              <a:schemeClr val="accent1"/>
            </a:effectRef>
            <a:fontRef idx="minor">
              <a:schemeClr val="tx1"/>
            </a:fontRef>
          </p:style>
        </p:cxnSp>
        <p:cxnSp>
          <p:nvCxnSpPr>
            <p:cNvPr id="112" name="Connettore 1 111"/>
            <p:cNvCxnSpPr/>
            <p:nvPr userDrawn="1"/>
          </p:nvCxnSpPr>
          <p:spPr>
            <a:xfrm>
              <a:off x="16402774" y="275867"/>
              <a:ext cx="0" cy="567843"/>
            </a:xfrm>
            <a:prstGeom prst="line">
              <a:avLst/>
            </a:prstGeom>
            <a:ln w="12700">
              <a:solidFill>
                <a:schemeClr val="bg1"/>
              </a:solidFill>
            </a:ln>
            <a:effectLst/>
          </p:spPr>
          <p:style>
            <a:lnRef idx="2">
              <a:schemeClr val="accent1"/>
            </a:lnRef>
            <a:fillRef idx="0">
              <a:schemeClr val="accent1"/>
            </a:fillRef>
            <a:effectRef idx="1">
              <a:schemeClr val="accent1"/>
            </a:effectRef>
            <a:fontRef idx="minor">
              <a:schemeClr val="tx1"/>
            </a:fontRef>
          </p:style>
        </p:cxnSp>
        <p:cxnSp>
          <p:nvCxnSpPr>
            <p:cNvPr id="113" name="Connettore 1 112"/>
            <p:cNvCxnSpPr/>
            <p:nvPr userDrawn="1"/>
          </p:nvCxnSpPr>
          <p:spPr>
            <a:xfrm>
              <a:off x="16551641" y="275867"/>
              <a:ext cx="0" cy="567843"/>
            </a:xfrm>
            <a:prstGeom prst="line">
              <a:avLst/>
            </a:prstGeom>
            <a:ln w="12700">
              <a:solidFill>
                <a:schemeClr val="bg1"/>
              </a:solidFill>
            </a:ln>
            <a:effectLst/>
          </p:spPr>
          <p:style>
            <a:lnRef idx="2">
              <a:schemeClr val="accent1"/>
            </a:lnRef>
            <a:fillRef idx="0">
              <a:schemeClr val="accent1"/>
            </a:fillRef>
            <a:effectRef idx="1">
              <a:schemeClr val="accent1"/>
            </a:effectRef>
            <a:fontRef idx="minor">
              <a:schemeClr val="tx1"/>
            </a:fontRef>
          </p:style>
        </p:cxnSp>
        <p:cxnSp>
          <p:nvCxnSpPr>
            <p:cNvPr id="114" name="Connettore 1 113"/>
            <p:cNvCxnSpPr/>
            <p:nvPr userDrawn="1"/>
          </p:nvCxnSpPr>
          <p:spPr>
            <a:xfrm>
              <a:off x="16700508" y="275867"/>
              <a:ext cx="0" cy="567843"/>
            </a:xfrm>
            <a:prstGeom prst="line">
              <a:avLst/>
            </a:prstGeom>
            <a:ln w="12700">
              <a:solidFill>
                <a:schemeClr val="bg1"/>
              </a:solidFill>
            </a:ln>
            <a:effectLst/>
          </p:spPr>
          <p:style>
            <a:lnRef idx="2">
              <a:schemeClr val="accent1"/>
            </a:lnRef>
            <a:fillRef idx="0">
              <a:schemeClr val="accent1"/>
            </a:fillRef>
            <a:effectRef idx="1">
              <a:schemeClr val="accent1"/>
            </a:effectRef>
            <a:fontRef idx="minor">
              <a:schemeClr val="tx1"/>
            </a:fontRef>
          </p:style>
        </p:cxnSp>
        <p:cxnSp>
          <p:nvCxnSpPr>
            <p:cNvPr id="115" name="Connettore 1 114"/>
            <p:cNvCxnSpPr/>
            <p:nvPr userDrawn="1"/>
          </p:nvCxnSpPr>
          <p:spPr>
            <a:xfrm>
              <a:off x="16849375" y="275867"/>
              <a:ext cx="0" cy="567843"/>
            </a:xfrm>
            <a:prstGeom prst="line">
              <a:avLst/>
            </a:prstGeom>
            <a:ln w="12700">
              <a:solidFill>
                <a:schemeClr val="bg1"/>
              </a:solidFill>
            </a:ln>
            <a:effectLst/>
          </p:spPr>
          <p:style>
            <a:lnRef idx="2">
              <a:schemeClr val="accent1"/>
            </a:lnRef>
            <a:fillRef idx="0">
              <a:schemeClr val="accent1"/>
            </a:fillRef>
            <a:effectRef idx="1">
              <a:schemeClr val="accent1"/>
            </a:effectRef>
            <a:fontRef idx="minor">
              <a:schemeClr val="tx1"/>
            </a:fontRef>
          </p:style>
        </p:cxnSp>
        <p:cxnSp>
          <p:nvCxnSpPr>
            <p:cNvPr id="116" name="Connettore 1 115"/>
            <p:cNvCxnSpPr/>
            <p:nvPr userDrawn="1"/>
          </p:nvCxnSpPr>
          <p:spPr>
            <a:xfrm>
              <a:off x="16998242" y="275867"/>
              <a:ext cx="0" cy="567843"/>
            </a:xfrm>
            <a:prstGeom prst="line">
              <a:avLst/>
            </a:prstGeom>
            <a:ln w="12700">
              <a:solidFill>
                <a:schemeClr val="bg1"/>
              </a:solidFill>
            </a:ln>
            <a:effectLst/>
          </p:spPr>
          <p:style>
            <a:lnRef idx="2">
              <a:schemeClr val="accent1"/>
            </a:lnRef>
            <a:fillRef idx="0">
              <a:schemeClr val="accent1"/>
            </a:fillRef>
            <a:effectRef idx="1">
              <a:schemeClr val="accent1"/>
            </a:effectRef>
            <a:fontRef idx="minor">
              <a:schemeClr val="tx1"/>
            </a:fontRef>
          </p:style>
        </p:cxnSp>
        <p:cxnSp>
          <p:nvCxnSpPr>
            <p:cNvPr id="117" name="Connettore 1 116"/>
            <p:cNvCxnSpPr/>
            <p:nvPr userDrawn="1"/>
          </p:nvCxnSpPr>
          <p:spPr>
            <a:xfrm>
              <a:off x="17147109" y="275867"/>
              <a:ext cx="0" cy="567843"/>
            </a:xfrm>
            <a:prstGeom prst="line">
              <a:avLst/>
            </a:prstGeom>
            <a:ln w="12700">
              <a:solidFill>
                <a:schemeClr val="bg1"/>
              </a:solidFill>
            </a:ln>
            <a:effectLst/>
          </p:spPr>
          <p:style>
            <a:lnRef idx="2">
              <a:schemeClr val="accent1"/>
            </a:lnRef>
            <a:fillRef idx="0">
              <a:schemeClr val="accent1"/>
            </a:fillRef>
            <a:effectRef idx="1">
              <a:schemeClr val="accent1"/>
            </a:effectRef>
            <a:fontRef idx="minor">
              <a:schemeClr val="tx1"/>
            </a:fontRef>
          </p:style>
        </p:cxnSp>
        <p:cxnSp>
          <p:nvCxnSpPr>
            <p:cNvPr id="118" name="Connettore 1 117"/>
            <p:cNvCxnSpPr/>
            <p:nvPr userDrawn="1"/>
          </p:nvCxnSpPr>
          <p:spPr>
            <a:xfrm>
              <a:off x="17295976" y="275867"/>
              <a:ext cx="0" cy="567843"/>
            </a:xfrm>
            <a:prstGeom prst="line">
              <a:avLst/>
            </a:prstGeom>
            <a:ln w="12700">
              <a:solidFill>
                <a:schemeClr val="bg1"/>
              </a:solidFill>
            </a:ln>
            <a:effectLst/>
          </p:spPr>
          <p:style>
            <a:lnRef idx="2">
              <a:schemeClr val="accent1"/>
            </a:lnRef>
            <a:fillRef idx="0">
              <a:schemeClr val="accent1"/>
            </a:fillRef>
            <a:effectRef idx="1">
              <a:schemeClr val="accent1"/>
            </a:effectRef>
            <a:fontRef idx="minor">
              <a:schemeClr val="tx1"/>
            </a:fontRef>
          </p:style>
        </p:cxnSp>
        <p:cxnSp>
          <p:nvCxnSpPr>
            <p:cNvPr id="119" name="Connettore 1 118"/>
            <p:cNvCxnSpPr/>
            <p:nvPr userDrawn="1"/>
          </p:nvCxnSpPr>
          <p:spPr>
            <a:xfrm>
              <a:off x="17444843" y="275867"/>
              <a:ext cx="0" cy="567843"/>
            </a:xfrm>
            <a:prstGeom prst="line">
              <a:avLst/>
            </a:prstGeom>
            <a:ln w="12700">
              <a:solidFill>
                <a:schemeClr val="bg1"/>
              </a:solidFill>
            </a:ln>
            <a:effectLst/>
          </p:spPr>
          <p:style>
            <a:lnRef idx="2">
              <a:schemeClr val="accent1"/>
            </a:lnRef>
            <a:fillRef idx="0">
              <a:schemeClr val="accent1"/>
            </a:fillRef>
            <a:effectRef idx="1">
              <a:schemeClr val="accent1"/>
            </a:effectRef>
            <a:fontRef idx="minor">
              <a:schemeClr val="tx1"/>
            </a:fontRef>
          </p:style>
        </p:cxnSp>
        <p:cxnSp>
          <p:nvCxnSpPr>
            <p:cNvPr id="120" name="Connettore 1 119"/>
            <p:cNvCxnSpPr/>
            <p:nvPr userDrawn="1"/>
          </p:nvCxnSpPr>
          <p:spPr>
            <a:xfrm>
              <a:off x="17593710" y="275867"/>
              <a:ext cx="0" cy="567843"/>
            </a:xfrm>
            <a:prstGeom prst="line">
              <a:avLst/>
            </a:prstGeom>
            <a:ln w="12700">
              <a:solidFill>
                <a:schemeClr val="bg1"/>
              </a:solidFill>
            </a:ln>
            <a:effectLst/>
          </p:spPr>
          <p:style>
            <a:lnRef idx="2">
              <a:schemeClr val="accent1"/>
            </a:lnRef>
            <a:fillRef idx="0">
              <a:schemeClr val="accent1"/>
            </a:fillRef>
            <a:effectRef idx="1">
              <a:schemeClr val="accent1"/>
            </a:effectRef>
            <a:fontRef idx="minor">
              <a:schemeClr val="tx1"/>
            </a:fontRef>
          </p:style>
        </p:cxnSp>
        <p:cxnSp>
          <p:nvCxnSpPr>
            <p:cNvPr id="121" name="Connettore 1 120"/>
            <p:cNvCxnSpPr/>
            <p:nvPr userDrawn="1"/>
          </p:nvCxnSpPr>
          <p:spPr>
            <a:xfrm>
              <a:off x="17742577" y="275867"/>
              <a:ext cx="0" cy="567843"/>
            </a:xfrm>
            <a:prstGeom prst="line">
              <a:avLst/>
            </a:prstGeom>
            <a:ln w="12700">
              <a:solidFill>
                <a:schemeClr val="bg1"/>
              </a:solidFill>
            </a:ln>
            <a:effectLst/>
          </p:spPr>
          <p:style>
            <a:lnRef idx="2">
              <a:schemeClr val="accent1"/>
            </a:lnRef>
            <a:fillRef idx="0">
              <a:schemeClr val="accent1"/>
            </a:fillRef>
            <a:effectRef idx="1">
              <a:schemeClr val="accent1"/>
            </a:effectRef>
            <a:fontRef idx="minor">
              <a:schemeClr val="tx1"/>
            </a:fontRef>
          </p:style>
        </p:cxnSp>
        <p:cxnSp>
          <p:nvCxnSpPr>
            <p:cNvPr id="122" name="Connettore 1 121"/>
            <p:cNvCxnSpPr/>
            <p:nvPr userDrawn="1"/>
          </p:nvCxnSpPr>
          <p:spPr>
            <a:xfrm>
              <a:off x="17891444" y="275867"/>
              <a:ext cx="0" cy="567843"/>
            </a:xfrm>
            <a:prstGeom prst="line">
              <a:avLst/>
            </a:prstGeom>
            <a:ln w="12700">
              <a:solidFill>
                <a:schemeClr val="bg1"/>
              </a:solidFill>
            </a:ln>
            <a:effectLst/>
          </p:spPr>
          <p:style>
            <a:lnRef idx="2">
              <a:schemeClr val="accent1"/>
            </a:lnRef>
            <a:fillRef idx="0">
              <a:schemeClr val="accent1"/>
            </a:fillRef>
            <a:effectRef idx="1">
              <a:schemeClr val="accent1"/>
            </a:effectRef>
            <a:fontRef idx="minor">
              <a:schemeClr val="tx1"/>
            </a:fontRef>
          </p:style>
        </p:cxnSp>
        <p:cxnSp>
          <p:nvCxnSpPr>
            <p:cNvPr id="123" name="Connettore 1 122"/>
            <p:cNvCxnSpPr/>
            <p:nvPr userDrawn="1"/>
          </p:nvCxnSpPr>
          <p:spPr>
            <a:xfrm>
              <a:off x="18040311" y="275867"/>
              <a:ext cx="0" cy="567843"/>
            </a:xfrm>
            <a:prstGeom prst="line">
              <a:avLst/>
            </a:prstGeom>
            <a:ln w="12700">
              <a:solidFill>
                <a:schemeClr val="bg1"/>
              </a:solidFill>
            </a:ln>
            <a:effectLst/>
          </p:spPr>
          <p:style>
            <a:lnRef idx="2">
              <a:schemeClr val="accent1"/>
            </a:lnRef>
            <a:fillRef idx="0">
              <a:schemeClr val="accent1"/>
            </a:fillRef>
            <a:effectRef idx="1">
              <a:schemeClr val="accent1"/>
            </a:effectRef>
            <a:fontRef idx="minor">
              <a:schemeClr val="tx1"/>
            </a:fontRef>
          </p:style>
        </p:cxnSp>
        <p:cxnSp>
          <p:nvCxnSpPr>
            <p:cNvPr id="124" name="Connettore 1 123"/>
            <p:cNvCxnSpPr/>
            <p:nvPr userDrawn="1"/>
          </p:nvCxnSpPr>
          <p:spPr>
            <a:xfrm>
              <a:off x="18189178" y="275867"/>
              <a:ext cx="0" cy="567843"/>
            </a:xfrm>
            <a:prstGeom prst="line">
              <a:avLst/>
            </a:prstGeom>
            <a:ln w="12700">
              <a:solidFill>
                <a:schemeClr val="bg1"/>
              </a:solidFill>
            </a:ln>
            <a:effectLst/>
          </p:spPr>
          <p:style>
            <a:lnRef idx="2">
              <a:schemeClr val="accent1"/>
            </a:lnRef>
            <a:fillRef idx="0">
              <a:schemeClr val="accent1"/>
            </a:fillRef>
            <a:effectRef idx="1">
              <a:schemeClr val="accent1"/>
            </a:effectRef>
            <a:fontRef idx="minor">
              <a:schemeClr val="tx1"/>
            </a:fontRef>
          </p:style>
        </p:cxnSp>
        <p:cxnSp>
          <p:nvCxnSpPr>
            <p:cNvPr id="125" name="Connettore 1 124"/>
            <p:cNvCxnSpPr/>
            <p:nvPr userDrawn="1"/>
          </p:nvCxnSpPr>
          <p:spPr>
            <a:xfrm>
              <a:off x="18338045" y="275867"/>
              <a:ext cx="0" cy="567843"/>
            </a:xfrm>
            <a:prstGeom prst="line">
              <a:avLst/>
            </a:prstGeom>
            <a:ln w="12700">
              <a:solidFill>
                <a:schemeClr val="bg1"/>
              </a:solidFill>
            </a:ln>
            <a:effectLst/>
          </p:spPr>
          <p:style>
            <a:lnRef idx="2">
              <a:schemeClr val="accent1"/>
            </a:lnRef>
            <a:fillRef idx="0">
              <a:schemeClr val="accent1"/>
            </a:fillRef>
            <a:effectRef idx="1">
              <a:schemeClr val="accent1"/>
            </a:effectRef>
            <a:fontRef idx="minor">
              <a:schemeClr val="tx1"/>
            </a:fontRef>
          </p:style>
        </p:cxnSp>
        <p:cxnSp>
          <p:nvCxnSpPr>
            <p:cNvPr id="126" name="Connettore 1 125"/>
            <p:cNvCxnSpPr/>
            <p:nvPr userDrawn="1"/>
          </p:nvCxnSpPr>
          <p:spPr>
            <a:xfrm>
              <a:off x="18486912" y="275867"/>
              <a:ext cx="0" cy="567843"/>
            </a:xfrm>
            <a:prstGeom prst="line">
              <a:avLst/>
            </a:prstGeom>
            <a:ln w="12700">
              <a:solidFill>
                <a:schemeClr val="bg1"/>
              </a:solidFill>
            </a:ln>
            <a:effectLst/>
          </p:spPr>
          <p:style>
            <a:lnRef idx="2">
              <a:schemeClr val="accent1"/>
            </a:lnRef>
            <a:fillRef idx="0">
              <a:schemeClr val="accent1"/>
            </a:fillRef>
            <a:effectRef idx="1">
              <a:schemeClr val="accent1"/>
            </a:effectRef>
            <a:fontRef idx="minor">
              <a:schemeClr val="tx1"/>
            </a:fontRef>
          </p:style>
        </p:cxnSp>
        <p:cxnSp>
          <p:nvCxnSpPr>
            <p:cNvPr id="127" name="Connettore 1 126"/>
            <p:cNvCxnSpPr/>
            <p:nvPr userDrawn="1"/>
          </p:nvCxnSpPr>
          <p:spPr>
            <a:xfrm>
              <a:off x="18635779" y="275867"/>
              <a:ext cx="0" cy="567843"/>
            </a:xfrm>
            <a:prstGeom prst="line">
              <a:avLst/>
            </a:prstGeom>
            <a:ln w="12700">
              <a:solidFill>
                <a:schemeClr val="bg1"/>
              </a:solidFill>
            </a:ln>
            <a:effectLst/>
          </p:spPr>
          <p:style>
            <a:lnRef idx="2">
              <a:schemeClr val="accent1"/>
            </a:lnRef>
            <a:fillRef idx="0">
              <a:schemeClr val="accent1"/>
            </a:fillRef>
            <a:effectRef idx="1">
              <a:schemeClr val="accent1"/>
            </a:effectRef>
            <a:fontRef idx="minor">
              <a:schemeClr val="tx1"/>
            </a:fontRef>
          </p:style>
        </p:cxnSp>
        <p:cxnSp>
          <p:nvCxnSpPr>
            <p:cNvPr id="128" name="Connettore 1 127"/>
            <p:cNvCxnSpPr/>
            <p:nvPr userDrawn="1"/>
          </p:nvCxnSpPr>
          <p:spPr>
            <a:xfrm>
              <a:off x="18784646" y="275867"/>
              <a:ext cx="0" cy="567843"/>
            </a:xfrm>
            <a:prstGeom prst="line">
              <a:avLst/>
            </a:prstGeom>
            <a:ln w="12700">
              <a:solidFill>
                <a:schemeClr val="bg1"/>
              </a:solidFill>
            </a:ln>
            <a:effectLst/>
          </p:spPr>
          <p:style>
            <a:lnRef idx="2">
              <a:schemeClr val="accent1"/>
            </a:lnRef>
            <a:fillRef idx="0">
              <a:schemeClr val="accent1"/>
            </a:fillRef>
            <a:effectRef idx="1">
              <a:schemeClr val="accent1"/>
            </a:effectRef>
            <a:fontRef idx="minor">
              <a:schemeClr val="tx1"/>
            </a:fontRef>
          </p:style>
        </p:cxnSp>
        <p:cxnSp>
          <p:nvCxnSpPr>
            <p:cNvPr id="129" name="Connettore 1 128"/>
            <p:cNvCxnSpPr/>
            <p:nvPr userDrawn="1"/>
          </p:nvCxnSpPr>
          <p:spPr>
            <a:xfrm>
              <a:off x="18933462" y="275867"/>
              <a:ext cx="0" cy="567843"/>
            </a:xfrm>
            <a:prstGeom prst="line">
              <a:avLst/>
            </a:prstGeom>
            <a:ln w="12700">
              <a:solidFill>
                <a:schemeClr val="bg1"/>
              </a:solidFill>
            </a:ln>
            <a:effectLst/>
          </p:spPr>
          <p:style>
            <a:lnRef idx="2">
              <a:schemeClr val="accent1"/>
            </a:lnRef>
            <a:fillRef idx="0">
              <a:schemeClr val="accent1"/>
            </a:fillRef>
            <a:effectRef idx="1">
              <a:schemeClr val="accent1"/>
            </a:effectRef>
            <a:fontRef idx="minor">
              <a:schemeClr val="tx1"/>
            </a:fontRef>
          </p:style>
        </p:cxnSp>
      </p:grpSp>
      <p:sp>
        <p:nvSpPr>
          <p:cNvPr id="130" name="Titolo 1"/>
          <p:cNvSpPr txBox="1">
            <a:spLocks/>
          </p:cNvSpPr>
          <p:nvPr/>
        </p:nvSpPr>
        <p:spPr>
          <a:xfrm>
            <a:off x="616134" y="4161637"/>
            <a:ext cx="7772400" cy="681067"/>
          </a:xfrm>
          <a:prstGeom prst="rect">
            <a:avLst/>
          </a:prstGeom>
        </p:spPr>
        <p:txBody>
          <a:bodyPr>
            <a:normAutofit/>
          </a:bodyPr>
          <a:lstStyle>
            <a:lvl1pPr marL="0" indent="0" algn="l" defTabSz="457200" rtl="0" eaLnBrk="1" latinLnBrk="0" hangingPunct="1">
              <a:spcBef>
                <a:spcPct val="0"/>
              </a:spcBef>
              <a:buNone/>
              <a:defRPr sz="3600" b="1" kern="1200">
                <a:solidFill>
                  <a:schemeClr val="bg1"/>
                </a:solidFill>
                <a:latin typeface="Arial"/>
                <a:ea typeface="+mj-ea"/>
                <a:cs typeface="Arial"/>
              </a:defRPr>
            </a:lvl1pPr>
          </a:lstStyle>
          <a:p>
            <a:r>
              <a:rPr lang="it-IT" dirty="0"/>
              <a:t>LUCAS 2015 TOPSOIL data</a:t>
            </a:r>
          </a:p>
          <a:p>
            <a:endParaRPr lang="it-IT" dirty="0"/>
          </a:p>
          <a:p>
            <a:endParaRPr lang="it-IT" dirty="0"/>
          </a:p>
        </p:txBody>
      </p:sp>
      <p:sp>
        <p:nvSpPr>
          <p:cNvPr id="131" name="Sottotitolo 2"/>
          <p:cNvSpPr txBox="1">
            <a:spLocks/>
          </p:cNvSpPr>
          <p:nvPr/>
        </p:nvSpPr>
        <p:spPr>
          <a:xfrm>
            <a:off x="654234" y="6119607"/>
            <a:ext cx="7772400" cy="441745"/>
          </a:xfrm>
          <a:prstGeom prst="rect">
            <a:avLst/>
          </a:prstGeom>
        </p:spPr>
        <p:txBody>
          <a:bodyPr/>
          <a:lstStyle>
            <a:lvl1pPr marL="0" indent="0" algn="l" defTabSz="457200" rtl="0" eaLnBrk="1" latinLnBrk="0" hangingPunct="1">
              <a:spcBef>
                <a:spcPct val="20000"/>
              </a:spcBef>
              <a:buFont typeface="Wingdings" charset="2"/>
              <a:buNone/>
              <a:defRPr sz="2200" kern="1200">
                <a:solidFill>
                  <a:schemeClr val="tx1">
                    <a:tint val="75000"/>
                  </a:schemeClr>
                </a:solidFill>
                <a:latin typeface="Arial"/>
                <a:ea typeface="+mn-ea"/>
                <a:cs typeface="Arial"/>
              </a:defRPr>
            </a:lvl1pPr>
            <a:lvl2pPr marL="457200" indent="0" algn="ctr" defTabSz="457200" rtl="0" eaLnBrk="1" latinLnBrk="0" hangingPunct="1">
              <a:spcBef>
                <a:spcPct val="20000"/>
              </a:spcBef>
              <a:buFont typeface="Arial"/>
              <a:buNone/>
              <a:defRPr sz="2200" kern="1200">
                <a:solidFill>
                  <a:schemeClr val="tx1">
                    <a:tint val="75000"/>
                  </a:schemeClr>
                </a:solidFill>
                <a:latin typeface="Arial"/>
                <a:ea typeface="+mn-ea"/>
                <a:cs typeface="Arial"/>
              </a:defRPr>
            </a:lvl2pPr>
            <a:lvl3pPr marL="914400" indent="0" algn="ctr" defTabSz="457200" rtl="0" eaLnBrk="1" latinLnBrk="0" hangingPunct="1">
              <a:spcBef>
                <a:spcPct val="20000"/>
              </a:spcBef>
              <a:buFont typeface="Arial"/>
              <a:buNone/>
              <a:defRPr sz="2200" kern="1200">
                <a:solidFill>
                  <a:schemeClr val="tx1">
                    <a:tint val="75000"/>
                  </a:schemeClr>
                </a:solidFill>
                <a:latin typeface="Arial"/>
                <a:ea typeface="+mn-ea"/>
                <a:cs typeface="Arial"/>
              </a:defRPr>
            </a:lvl3pPr>
            <a:lvl4pPr marL="1371600" indent="0" algn="ctr" defTabSz="457200" rtl="0" eaLnBrk="1" latinLnBrk="0" hangingPunct="1">
              <a:spcBef>
                <a:spcPct val="20000"/>
              </a:spcBef>
              <a:buFont typeface="Arial"/>
              <a:buNone/>
              <a:defRPr sz="2200" kern="1200">
                <a:solidFill>
                  <a:schemeClr val="tx1">
                    <a:tint val="75000"/>
                  </a:schemeClr>
                </a:solidFill>
                <a:latin typeface="Arial"/>
                <a:ea typeface="+mn-ea"/>
                <a:cs typeface="Arial"/>
              </a:defRPr>
            </a:lvl4pPr>
            <a:lvl5pPr marL="1828800" indent="0" algn="ctr" defTabSz="457200" rtl="0" eaLnBrk="1" latinLnBrk="0" hangingPunct="1">
              <a:spcBef>
                <a:spcPct val="20000"/>
              </a:spcBef>
              <a:buFont typeface="Arial"/>
              <a:buNone/>
              <a:defRPr sz="2200" kern="1200">
                <a:solidFill>
                  <a:schemeClr val="tx1">
                    <a:tint val="75000"/>
                  </a:schemeClr>
                </a:solidFill>
                <a:latin typeface="Arial"/>
                <a:ea typeface="+mn-ea"/>
                <a:cs typeface="Arial"/>
              </a:defRPr>
            </a:lvl5pPr>
            <a:lvl6pPr marL="2286000" indent="0" algn="ctr" defTabSz="457200" rtl="0" eaLnBrk="1" latinLnBrk="0" hangingPunct="1">
              <a:spcBef>
                <a:spcPct val="20000"/>
              </a:spcBef>
              <a:buFont typeface="Arial"/>
              <a:buNone/>
              <a:defRPr sz="2000" kern="1200">
                <a:solidFill>
                  <a:schemeClr val="tx1">
                    <a:tint val="75000"/>
                  </a:schemeClr>
                </a:solidFill>
                <a:latin typeface="+mn-lt"/>
                <a:ea typeface="+mn-ea"/>
                <a:cs typeface="+mn-cs"/>
              </a:defRPr>
            </a:lvl6pPr>
            <a:lvl7pPr marL="2743200" indent="0" algn="ctr" defTabSz="457200" rtl="0" eaLnBrk="1" latinLnBrk="0" hangingPunct="1">
              <a:spcBef>
                <a:spcPct val="20000"/>
              </a:spcBef>
              <a:buFont typeface="Arial"/>
              <a:buNone/>
              <a:defRPr sz="2000" kern="1200">
                <a:solidFill>
                  <a:schemeClr val="tx1">
                    <a:tint val="75000"/>
                  </a:schemeClr>
                </a:solidFill>
                <a:latin typeface="+mn-lt"/>
                <a:ea typeface="+mn-ea"/>
                <a:cs typeface="+mn-cs"/>
              </a:defRPr>
            </a:lvl7pPr>
            <a:lvl8pPr marL="3200400" indent="0" algn="ctr" defTabSz="457200" rtl="0" eaLnBrk="1" latinLnBrk="0" hangingPunct="1">
              <a:spcBef>
                <a:spcPct val="20000"/>
              </a:spcBef>
              <a:buFont typeface="Arial"/>
              <a:buNone/>
              <a:defRPr sz="2000" kern="1200">
                <a:solidFill>
                  <a:schemeClr val="tx1">
                    <a:tint val="75000"/>
                  </a:schemeClr>
                </a:solidFill>
                <a:latin typeface="+mn-lt"/>
                <a:ea typeface="+mn-ea"/>
                <a:cs typeface="+mn-cs"/>
              </a:defRPr>
            </a:lvl8pPr>
            <a:lvl9pPr marL="3657600" indent="0" algn="ctr" defTabSz="457200" rtl="0" eaLnBrk="1" latinLnBrk="0" hangingPunct="1">
              <a:spcBef>
                <a:spcPct val="20000"/>
              </a:spcBef>
              <a:buFont typeface="Arial"/>
              <a:buNone/>
              <a:defRPr sz="2000" kern="1200">
                <a:solidFill>
                  <a:schemeClr val="tx1">
                    <a:tint val="75000"/>
                  </a:schemeClr>
                </a:solidFill>
                <a:latin typeface="+mn-lt"/>
                <a:ea typeface="+mn-ea"/>
                <a:cs typeface="+mn-cs"/>
              </a:defRPr>
            </a:lvl9pPr>
          </a:lstStyle>
          <a:p>
            <a:r>
              <a:rPr lang="it-IT" dirty="0">
                <a:solidFill>
                  <a:schemeClr val="bg1"/>
                </a:solidFill>
              </a:rPr>
              <a:t>Link: </a:t>
            </a:r>
            <a:r>
              <a:rPr lang="it-IT" dirty="0">
                <a:solidFill>
                  <a:schemeClr val="bg1"/>
                </a:solidFill>
                <a:hlinkClick r:id="rId3"/>
              </a:rPr>
              <a:t>lucas-2018-topsoil-data</a:t>
            </a:r>
            <a:endParaRPr lang="it-IT" dirty="0">
              <a:solidFill>
                <a:schemeClr val="bg1"/>
              </a:solidFill>
            </a:endParaRPr>
          </a:p>
        </p:txBody>
      </p:sp>
      <p:pic>
        <p:nvPicPr>
          <p:cNvPr id="6" name="Picture 5" descr="A blue square with yellow stars and black text&#10;&#10;Description automatically generated">
            <a:extLst>
              <a:ext uri="{FF2B5EF4-FFF2-40B4-BE49-F238E27FC236}">
                <a16:creationId xmlns:a16="http://schemas.microsoft.com/office/drawing/2014/main" id="{924078A0-536B-A31F-634B-F015498FD0BA}"/>
              </a:ext>
            </a:extLst>
          </p:cNvPr>
          <p:cNvPicPr>
            <a:picLocks noChangeAspect="1"/>
          </p:cNvPicPr>
          <p:nvPr/>
        </p:nvPicPr>
        <p:blipFill>
          <a:blip r:embed="rId4"/>
          <a:stretch>
            <a:fillRect/>
          </a:stretch>
        </p:blipFill>
        <p:spPr>
          <a:xfrm>
            <a:off x="5106957" y="1514666"/>
            <a:ext cx="2096750" cy="1450658"/>
          </a:xfrm>
          <a:prstGeom prst="rect">
            <a:avLst/>
          </a:prstGeom>
        </p:spPr>
      </p:pic>
      <p:sp>
        <p:nvSpPr>
          <p:cNvPr id="132" name="TextBox 131">
            <a:extLst>
              <a:ext uri="{FF2B5EF4-FFF2-40B4-BE49-F238E27FC236}">
                <a16:creationId xmlns:a16="http://schemas.microsoft.com/office/drawing/2014/main" id="{62606988-EC52-9882-898C-2222AB5F30B2}"/>
              </a:ext>
            </a:extLst>
          </p:cNvPr>
          <p:cNvSpPr txBox="1"/>
          <p:nvPr/>
        </p:nvSpPr>
        <p:spPr>
          <a:xfrm>
            <a:off x="641534" y="4747036"/>
            <a:ext cx="7897597" cy="523220"/>
          </a:xfrm>
          <a:prstGeom prst="rect">
            <a:avLst/>
          </a:prstGeom>
          <a:noFill/>
        </p:spPr>
        <p:txBody>
          <a:bodyPr wrap="square" rtlCol="0">
            <a:spAutoFit/>
          </a:bodyPr>
          <a:lstStyle/>
          <a:p>
            <a:r>
              <a:rPr lang="it-IT" sz="2800" dirty="0">
                <a:solidFill>
                  <a:schemeClr val="bg1"/>
                </a:solidFill>
              </a:rPr>
              <a:t>Link</a:t>
            </a:r>
            <a:r>
              <a:rPr lang="it-IT" dirty="0">
                <a:solidFill>
                  <a:schemeClr val="bg1"/>
                </a:solidFill>
              </a:rPr>
              <a:t>: </a:t>
            </a:r>
            <a:r>
              <a:rPr lang="it-IT" sz="2400" dirty="0">
                <a:solidFill>
                  <a:schemeClr val="bg1"/>
                </a:solidFill>
                <a:hlinkClick r:id="rId5"/>
              </a:rPr>
              <a:t>lucas-2015-topsoil-data</a:t>
            </a:r>
            <a:endParaRPr lang="en-US" dirty="0"/>
          </a:p>
        </p:txBody>
      </p:sp>
      <p:sp>
        <p:nvSpPr>
          <p:cNvPr id="133" name="Titolo 1">
            <a:extLst>
              <a:ext uri="{FF2B5EF4-FFF2-40B4-BE49-F238E27FC236}">
                <a16:creationId xmlns:a16="http://schemas.microsoft.com/office/drawing/2014/main" id="{5C6993B7-D57E-4AE9-7641-5A03414B0E95}"/>
              </a:ext>
            </a:extLst>
          </p:cNvPr>
          <p:cNvSpPr txBox="1">
            <a:spLocks/>
          </p:cNvSpPr>
          <p:nvPr/>
        </p:nvSpPr>
        <p:spPr>
          <a:xfrm>
            <a:off x="628834" y="5445121"/>
            <a:ext cx="7772400" cy="596906"/>
          </a:xfrm>
          <a:prstGeom prst="rect">
            <a:avLst/>
          </a:prstGeom>
        </p:spPr>
        <p:txBody>
          <a:bodyPr>
            <a:normAutofit lnSpcReduction="10000"/>
          </a:bodyPr>
          <a:lstStyle>
            <a:lvl1pPr marL="0" indent="0" algn="l" defTabSz="457200" rtl="0" eaLnBrk="1" latinLnBrk="0" hangingPunct="1">
              <a:spcBef>
                <a:spcPct val="0"/>
              </a:spcBef>
              <a:buNone/>
              <a:defRPr sz="3600" b="1" kern="1200">
                <a:solidFill>
                  <a:schemeClr val="bg1"/>
                </a:solidFill>
                <a:latin typeface="Arial"/>
                <a:ea typeface="+mj-ea"/>
                <a:cs typeface="Arial"/>
              </a:defRPr>
            </a:lvl1pPr>
          </a:lstStyle>
          <a:p>
            <a:r>
              <a:rPr lang="it-IT" dirty="0"/>
              <a:t>LUCAS 2018 TOPSOIL data</a:t>
            </a:r>
          </a:p>
        </p:txBody>
      </p:sp>
    </p:spTree>
    <p:extLst>
      <p:ext uri="{BB962C8B-B14F-4D97-AF65-F5344CB8AC3E}">
        <p14:creationId xmlns:p14="http://schemas.microsoft.com/office/powerpoint/2010/main" val="165949582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p:cNvSpPr>
            <a:spLocks noGrp="1"/>
          </p:cNvSpPr>
          <p:nvPr>
            <p:ph type="title"/>
          </p:nvPr>
        </p:nvSpPr>
        <p:spPr/>
        <p:txBody>
          <a:bodyPr anchor="ctr"/>
          <a:lstStyle/>
          <a:p>
            <a:r>
              <a:rPr lang="it-IT" dirty="0"/>
              <a:t>Dataset </a:t>
            </a:r>
            <a:r>
              <a:rPr lang="it-IT" dirty="0" err="1"/>
              <a:t>Description</a:t>
            </a:r>
            <a:endParaRPr lang="it-IT" dirty="0"/>
          </a:p>
        </p:txBody>
      </p:sp>
      <p:sp>
        <p:nvSpPr>
          <p:cNvPr id="3" name="Segnaposto contenuto 2"/>
          <p:cNvSpPr>
            <a:spLocks noGrp="1"/>
          </p:cNvSpPr>
          <p:nvPr>
            <p:ph idx="1"/>
          </p:nvPr>
        </p:nvSpPr>
        <p:spPr>
          <a:xfrm>
            <a:off x="457200" y="1600200"/>
            <a:ext cx="8323726" cy="4525963"/>
          </a:xfrm>
        </p:spPr>
        <p:txBody>
          <a:bodyPr>
            <a:normAutofit fontScale="92500" lnSpcReduction="20000"/>
          </a:bodyPr>
          <a:lstStyle/>
          <a:p>
            <a:pPr algn="l">
              <a:spcBef>
                <a:spcPts val="750"/>
              </a:spcBef>
              <a:spcAft>
                <a:spcPts val="750"/>
              </a:spcAft>
            </a:pPr>
            <a:r>
              <a:rPr lang="en-US" b="1" i="0" dirty="0">
                <a:solidFill>
                  <a:srgbClr val="000000"/>
                </a:solidFill>
                <a:effectLst/>
                <a:latin typeface="Helvetica" panose="020B0604020202020204" pitchFamily="34" charset="0"/>
              </a:rPr>
              <a:t>LUCAS: Land Use and Coverage Area frame Survey</a:t>
            </a:r>
          </a:p>
          <a:p>
            <a:pPr algn="l">
              <a:spcBef>
                <a:spcPts val="750"/>
              </a:spcBef>
              <a:spcAft>
                <a:spcPts val="750"/>
              </a:spcAft>
            </a:pPr>
            <a:r>
              <a:rPr lang="en-US" dirty="0">
                <a:solidFill>
                  <a:srgbClr val="333333"/>
                </a:solidFill>
                <a:latin typeface="Open Sans" panose="020B0606030504020204" pitchFamily="34" charset="0"/>
              </a:rPr>
              <a:t>O</a:t>
            </a:r>
            <a:r>
              <a:rPr lang="en-US" b="0" i="0" dirty="0">
                <a:solidFill>
                  <a:srgbClr val="333333"/>
                </a:solidFill>
                <a:effectLst/>
                <a:latin typeface="Open Sans" panose="020B0606030504020204" pitchFamily="34" charset="0"/>
              </a:rPr>
              <a:t>rganized, regular, </a:t>
            </a:r>
            <a:r>
              <a:rPr lang="en-US" b="0" i="0" dirty="0" err="1">
                <a:solidFill>
                  <a:srgbClr val="333333"/>
                </a:solidFill>
                <a:effectLst/>
                <a:latin typeface="Open Sans" panose="020B0606030504020204" pitchFamily="34" charset="0"/>
              </a:rPr>
              <a:t>harmonised</a:t>
            </a:r>
            <a:r>
              <a:rPr lang="en-US" b="0" i="0" dirty="0">
                <a:solidFill>
                  <a:srgbClr val="333333"/>
                </a:solidFill>
                <a:effectLst/>
                <a:latin typeface="Open Sans" panose="020B0606030504020204" pitchFamily="34" charset="0"/>
              </a:rPr>
              <a:t> surveys across all Member States to gather information on land cover and land use</a:t>
            </a:r>
            <a:endParaRPr lang="en-US" b="1" i="0" dirty="0">
              <a:solidFill>
                <a:srgbClr val="000000"/>
              </a:solidFill>
              <a:effectLst/>
              <a:latin typeface="Helvetica" panose="020B0604020202020204" pitchFamily="34" charset="0"/>
            </a:endParaRPr>
          </a:p>
          <a:p>
            <a:pPr algn="l">
              <a:spcAft>
                <a:spcPts val="750"/>
              </a:spcAft>
            </a:pPr>
            <a:r>
              <a:rPr lang="en-US" b="1" i="0" dirty="0">
                <a:solidFill>
                  <a:srgbClr val="222222"/>
                </a:solidFill>
                <a:effectLst/>
                <a:latin typeface="Open Sans" panose="020F0502020204030204" pitchFamily="34" charset="0"/>
              </a:rPr>
              <a:t>Geographical extent</a:t>
            </a:r>
            <a:r>
              <a:rPr lang="en-US" b="0" i="0" dirty="0">
                <a:solidFill>
                  <a:srgbClr val="222222"/>
                </a:solidFill>
                <a:effectLst/>
                <a:latin typeface="Open Sans" panose="020F0502020204030204" pitchFamily="34" charset="0"/>
              </a:rPr>
              <a:t>: European Union plus UK.</a:t>
            </a:r>
          </a:p>
          <a:p>
            <a:pPr algn="l">
              <a:spcAft>
                <a:spcPts val="750"/>
              </a:spcAft>
            </a:pPr>
            <a:r>
              <a:rPr lang="en-US" b="1" i="0" dirty="0">
                <a:solidFill>
                  <a:srgbClr val="222222"/>
                </a:solidFill>
                <a:effectLst/>
                <a:latin typeface="Open Sans" panose="020F0502020204030204" pitchFamily="34" charset="0"/>
              </a:rPr>
              <a:t>Format</a:t>
            </a:r>
            <a:r>
              <a:rPr lang="en-US" b="0" i="0" dirty="0">
                <a:solidFill>
                  <a:srgbClr val="222222"/>
                </a:solidFill>
                <a:effectLst/>
                <a:latin typeface="Open Sans" panose="020F0502020204030204" pitchFamily="34" charset="0"/>
              </a:rPr>
              <a:t>: multiple CSV (with soil property data) + shapefile (theoretical sampling points, based on LUCAS Grid)</a:t>
            </a:r>
          </a:p>
          <a:p>
            <a:pPr algn="l"/>
            <a:r>
              <a:rPr lang="en-US" b="1" i="0" dirty="0">
                <a:solidFill>
                  <a:srgbClr val="222222"/>
                </a:solidFill>
                <a:effectLst/>
                <a:latin typeface="Open Sans" panose="020F0502020204030204" pitchFamily="34" charset="0"/>
              </a:rPr>
              <a:t>Measured properties</a:t>
            </a:r>
            <a:r>
              <a:rPr lang="en-US" b="0" i="0" dirty="0">
                <a:solidFill>
                  <a:srgbClr val="222222"/>
                </a:solidFill>
                <a:effectLst/>
                <a:latin typeface="Open Sans" panose="020F0502020204030204" pitchFamily="34" charset="0"/>
              </a:rPr>
              <a:t>: pH (CaCl2 and H2O), organic carbon content,</a:t>
            </a:r>
          </a:p>
          <a:p>
            <a:pPr algn="l"/>
            <a:r>
              <a:rPr lang="en-US" b="0" i="0" dirty="0">
                <a:solidFill>
                  <a:srgbClr val="222222"/>
                </a:solidFill>
                <a:effectLst/>
                <a:latin typeface="Open Sans" panose="020F0502020204030204" pitchFamily="34" charset="0"/>
              </a:rPr>
              <a:t>CaCO3, nitrogen, phosphorous, potassium, EC (Electrical</a:t>
            </a:r>
          </a:p>
          <a:p>
            <a:pPr algn="l"/>
            <a:r>
              <a:rPr lang="en-US" b="0" i="0" dirty="0">
                <a:solidFill>
                  <a:srgbClr val="222222"/>
                </a:solidFill>
                <a:effectLst/>
                <a:latin typeface="Open Sans" panose="020F0502020204030204" pitchFamily="34" charset="0"/>
              </a:rPr>
              <a:t>conductivity), Oxalate extractable Fe and Al.</a:t>
            </a:r>
          </a:p>
          <a:p>
            <a:pPr algn="l"/>
            <a:r>
              <a:rPr lang="en-US" b="0" i="0" dirty="0">
                <a:solidFill>
                  <a:srgbClr val="222222"/>
                </a:solidFill>
                <a:effectLst/>
                <a:latin typeface="Open Sans" panose="020F0502020204030204" pitchFamily="34" charset="0"/>
              </a:rPr>
              <a:t>Clay, silt, sand content and coarse fragments have been measured in</a:t>
            </a:r>
          </a:p>
          <a:p>
            <a:pPr algn="l"/>
            <a:r>
              <a:rPr lang="en-US" b="0" i="0" dirty="0">
                <a:solidFill>
                  <a:srgbClr val="222222"/>
                </a:solidFill>
                <a:effectLst/>
                <a:latin typeface="Open Sans" panose="020F0502020204030204" pitchFamily="34" charset="0"/>
              </a:rPr>
              <a:t>previous surveys (2015).</a:t>
            </a:r>
          </a:p>
          <a:p>
            <a:pPr algn="l"/>
            <a:r>
              <a:rPr lang="en-US" dirty="0">
                <a:solidFill>
                  <a:srgbClr val="222222"/>
                </a:solidFill>
                <a:latin typeface="Open Sans" panose="020F0502020204030204" pitchFamily="34" charset="0"/>
              </a:rPr>
              <a:t>Bulk density at different depths for a subset of locations (2018)</a:t>
            </a:r>
          </a:p>
          <a:p>
            <a:r>
              <a:rPr lang="en-US" b="0" i="0" dirty="0">
                <a:solidFill>
                  <a:srgbClr val="222222"/>
                </a:solidFill>
                <a:effectLst/>
                <a:latin typeface="Open Sans" panose="020F0502020204030204" pitchFamily="34" charset="0"/>
              </a:rPr>
              <a:t>Land cover and usage description.</a:t>
            </a:r>
          </a:p>
          <a:p>
            <a:pPr algn="l"/>
            <a:endParaRPr lang="en-US" dirty="0">
              <a:solidFill>
                <a:srgbClr val="222222"/>
              </a:solidFill>
              <a:latin typeface="Open Sans" panose="020F0502020204030204" pitchFamily="34" charset="0"/>
            </a:endParaRPr>
          </a:p>
          <a:p>
            <a:pPr algn="l"/>
            <a:endParaRPr lang="en-US" b="0" i="0" dirty="0">
              <a:solidFill>
                <a:srgbClr val="222222"/>
              </a:solidFill>
              <a:effectLst/>
              <a:latin typeface="Open Sans" panose="020F0502020204030204" pitchFamily="34" charset="0"/>
            </a:endParaRPr>
          </a:p>
        </p:txBody>
      </p:sp>
      <p:sp>
        <p:nvSpPr>
          <p:cNvPr id="4" name="Rectangle 3">
            <a:extLst>
              <a:ext uri="{FF2B5EF4-FFF2-40B4-BE49-F238E27FC236}">
                <a16:creationId xmlns:a16="http://schemas.microsoft.com/office/drawing/2014/main" id="{1433FD36-7D33-C409-AD21-E1320882C009}"/>
              </a:ext>
            </a:extLst>
          </p:cNvPr>
          <p:cNvSpPr/>
          <p:nvPr/>
        </p:nvSpPr>
        <p:spPr>
          <a:xfrm>
            <a:off x="146649" y="6366294"/>
            <a:ext cx="3027872" cy="284672"/>
          </a:xfrm>
          <a:prstGeom prst="rect">
            <a:avLst/>
          </a:prstGeom>
          <a:solidFill>
            <a:srgbClr val="728FA5"/>
          </a:solidFill>
          <a:ln>
            <a:solidFill>
              <a:srgbClr val="728FA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38364968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B148612-9AED-AE7C-964B-4E8BECA1FB46}"/>
            </a:ext>
          </a:extLst>
        </p:cNvPr>
        <p:cNvGrpSpPr/>
        <p:nvPr/>
      </p:nvGrpSpPr>
      <p:grpSpPr>
        <a:xfrm>
          <a:off x="0" y="0"/>
          <a:ext cx="0" cy="0"/>
          <a:chOff x="0" y="0"/>
          <a:chExt cx="0" cy="0"/>
        </a:xfrm>
      </p:grpSpPr>
      <p:sp>
        <p:nvSpPr>
          <p:cNvPr id="2" name="Titolo 1">
            <a:extLst>
              <a:ext uri="{FF2B5EF4-FFF2-40B4-BE49-F238E27FC236}">
                <a16:creationId xmlns:a16="http://schemas.microsoft.com/office/drawing/2014/main" id="{8A9C6BB1-225F-9A52-4E97-E2E747C2707B}"/>
              </a:ext>
            </a:extLst>
          </p:cNvPr>
          <p:cNvSpPr>
            <a:spLocks noGrp="1"/>
          </p:cNvSpPr>
          <p:nvPr>
            <p:ph type="title"/>
          </p:nvPr>
        </p:nvSpPr>
        <p:spPr/>
        <p:txBody>
          <a:bodyPr anchor="ctr"/>
          <a:lstStyle/>
          <a:p>
            <a:r>
              <a:rPr lang="it-IT" dirty="0" err="1"/>
              <a:t>Research</a:t>
            </a:r>
            <a:r>
              <a:rPr lang="it-IT" dirty="0"/>
              <a:t> </a:t>
            </a:r>
            <a:r>
              <a:rPr lang="it-IT" dirty="0" err="1"/>
              <a:t>Question</a:t>
            </a:r>
            <a:endParaRPr lang="it-IT" dirty="0"/>
          </a:p>
        </p:txBody>
      </p:sp>
      <p:sp>
        <p:nvSpPr>
          <p:cNvPr id="3" name="Segnaposto contenuto 2">
            <a:extLst>
              <a:ext uri="{FF2B5EF4-FFF2-40B4-BE49-F238E27FC236}">
                <a16:creationId xmlns:a16="http://schemas.microsoft.com/office/drawing/2014/main" id="{DB8FD3BC-AE5C-C8AA-2161-75703442AC71}"/>
              </a:ext>
            </a:extLst>
          </p:cNvPr>
          <p:cNvSpPr>
            <a:spLocks noGrp="1"/>
          </p:cNvSpPr>
          <p:nvPr>
            <p:ph idx="1"/>
          </p:nvPr>
        </p:nvSpPr>
        <p:spPr>
          <a:xfrm>
            <a:off x="457200" y="2639683"/>
            <a:ext cx="8323726" cy="3486480"/>
          </a:xfrm>
        </p:spPr>
        <p:txBody>
          <a:bodyPr/>
          <a:lstStyle/>
          <a:p>
            <a:r>
              <a:rPr lang="en-US" dirty="0"/>
              <a:t>Bulk density is important for understanding the physical, chemical, and biological soil properties. Its measurements are prone to random errors and are quite costly. For these reasons, we would like to be able to produce an estimate from other properties.</a:t>
            </a:r>
          </a:p>
          <a:p>
            <a:r>
              <a:rPr lang="en-US" dirty="0"/>
              <a:t>We have measurements for about 6000 points, the final aim is to estimate the value of bulk density for the other location points we have in the LUCAS grid.</a:t>
            </a:r>
          </a:p>
          <a:p>
            <a:endParaRPr lang="it-IT" dirty="0"/>
          </a:p>
        </p:txBody>
      </p:sp>
      <p:sp>
        <p:nvSpPr>
          <p:cNvPr id="4" name="TextBox 3">
            <a:extLst>
              <a:ext uri="{FF2B5EF4-FFF2-40B4-BE49-F238E27FC236}">
                <a16:creationId xmlns:a16="http://schemas.microsoft.com/office/drawing/2014/main" id="{6814AC2D-314B-70E0-34C5-BFDADA470686}"/>
              </a:ext>
            </a:extLst>
          </p:cNvPr>
          <p:cNvSpPr txBox="1"/>
          <p:nvPr/>
        </p:nvSpPr>
        <p:spPr>
          <a:xfrm>
            <a:off x="457200" y="1608631"/>
            <a:ext cx="8323726" cy="584775"/>
          </a:xfrm>
          <a:prstGeom prst="rect">
            <a:avLst/>
          </a:prstGeom>
          <a:noFill/>
        </p:spPr>
        <p:txBody>
          <a:bodyPr wrap="square" rtlCol="0">
            <a:spAutoFit/>
          </a:bodyPr>
          <a:lstStyle/>
          <a:p>
            <a:r>
              <a:rPr lang="en-US" sz="3200" b="1" dirty="0"/>
              <a:t>Soil bulk density assessment and prediction</a:t>
            </a:r>
          </a:p>
        </p:txBody>
      </p:sp>
      <p:sp>
        <p:nvSpPr>
          <p:cNvPr id="7" name="Rectangle 6">
            <a:extLst>
              <a:ext uri="{FF2B5EF4-FFF2-40B4-BE49-F238E27FC236}">
                <a16:creationId xmlns:a16="http://schemas.microsoft.com/office/drawing/2014/main" id="{73E913FF-AAD0-D2DD-C38F-C06BEFF40A57}"/>
              </a:ext>
            </a:extLst>
          </p:cNvPr>
          <p:cNvSpPr/>
          <p:nvPr/>
        </p:nvSpPr>
        <p:spPr>
          <a:xfrm>
            <a:off x="146649" y="6366294"/>
            <a:ext cx="3027872" cy="284672"/>
          </a:xfrm>
          <a:prstGeom prst="rect">
            <a:avLst/>
          </a:prstGeom>
          <a:solidFill>
            <a:srgbClr val="728FA5"/>
          </a:solidFill>
          <a:ln>
            <a:solidFill>
              <a:srgbClr val="728FA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18855349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7A38215-227E-EDA9-5B5F-2501833D81B5}"/>
            </a:ext>
          </a:extLst>
        </p:cNvPr>
        <p:cNvGrpSpPr/>
        <p:nvPr/>
      </p:nvGrpSpPr>
      <p:grpSpPr>
        <a:xfrm>
          <a:off x="0" y="0"/>
          <a:ext cx="0" cy="0"/>
          <a:chOff x="0" y="0"/>
          <a:chExt cx="0" cy="0"/>
        </a:xfrm>
      </p:grpSpPr>
      <p:sp>
        <p:nvSpPr>
          <p:cNvPr id="2" name="Titolo 1">
            <a:extLst>
              <a:ext uri="{FF2B5EF4-FFF2-40B4-BE49-F238E27FC236}">
                <a16:creationId xmlns:a16="http://schemas.microsoft.com/office/drawing/2014/main" id="{87E15284-86A9-47F4-774F-DE4FE5EA6D50}"/>
              </a:ext>
            </a:extLst>
          </p:cNvPr>
          <p:cNvSpPr>
            <a:spLocks noGrp="1"/>
          </p:cNvSpPr>
          <p:nvPr>
            <p:ph type="title"/>
          </p:nvPr>
        </p:nvSpPr>
        <p:spPr/>
        <p:txBody>
          <a:bodyPr anchor="ctr"/>
          <a:lstStyle/>
          <a:p>
            <a:r>
              <a:rPr lang="it-IT" dirty="0" err="1"/>
              <a:t>Tentative</a:t>
            </a:r>
            <a:r>
              <a:rPr lang="it-IT" dirty="0"/>
              <a:t> Workflow</a:t>
            </a:r>
          </a:p>
        </p:txBody>
      </p:sp>
      <p:sp>
        <p:nvSpPr>
          <p:cNvPr id="3" name="Segnaposto contenuto 2">
            <a:extLst>
              <a:ext uri="{FF2B5EF4-FFF2-40B4-BE49-F238E27FC236}">
                <a16:creationId xmlns:a16="http://schemas.microsoft.com/office/drawing/2014/main" id="{4A6C1C0D-FA22-2347-B6CF-41A260D6EE3B}"/>
              </a:ext>
            </a:extLst>
          </p:cNvPr>
          <p:cNvSpPr>
            <a:spLocks noGrp="1"/>
          </p:cNvSpPr>
          <p:nvPr>
            <p:ph idx="1"/>
          </p:nvPr>
        </p:nvSpPr>
        <p:spPr>
          <a:xfrm>
            <a:off x="457200" y="1578634"/>
            <a:ext cx="8323726" cy="4547529"/>
          </a:xfrm>
        </p:spPr>
        <p:txBody>
          <a:bodyPr>
            <a:normAutofit/>
          </a:bodyPr>
          <a:lstStyle/>
          <a:p>
            <a:pPr marL="342900" indent="-342900">
              <a:lnSpc>
                <a:spcPct val="150000"/>
              </a:lnSpc>
              <a:buFont typeface="Arial" panose="020B0604020202020204" pitchFamily="34" charset="0"/>
              <a:buChar char="•"/>
            </a:pPr>
            <a:r>
              <a:rPr lang="en-US" sz="2000" b="1" dirty="0"/>
              <a:t>Exploratory</a:t>
            </a:r>
            <a:r>
              <a:rPr lang="it-IT" sz="2000" b="1" dirty="0"/>
              <a:t> Data Analysis</a:t>
            </a:r>
            <a:r>
              <a:rPr lang="it-IT" sz="2000" dirty="0"/>
              <a:t>: combine datasets, </a:t>
            </a:r>
            <a:r>
              <a:rPr lang="it-IT" sz="2000" dirty="0" err="1"/>
              <a:t>retrieve</a:t>
            </a:r>
            <a:r>
              <a:rPr lang="it-IT" sz="2000" dirty="0"/>
              <a:t> </a:t>
            </a:r>
            <a:r>
              <a:rPr lang="it-IT" sz="2000" dirty="0" err="1"/>
              <a:t>spatial</a:t>
            </a:r>
            <a:r>
              <a:rPr lang="it-IT" sz="2000" dirty="0"/>
              <a:t> location, deal with </a:t>
            </a:r>
            <a:r>
              <a:rPr lang="it-IT" sz="2000" dirty="0" err="1"/>
              <a:t>NAs</a:t>
            </a:r>
            <a:r>
              <a:rPr lang="it-IT" sz="2000" dirty="0"/>
              <a:t> and </a:t>
            </a:r>
            <a:r>
              <a:rPr lang="it-IT" sz="2000" dirty="0" err="1"/>
              <a:t>outliers</a:t>
            </a:r>
            <a:endParaRPr lang="it-IT" sz="2000" dirty="0"/>
          </a:p>
          <a:p>
            <a:pPr marL="342900" indent="-342900">
              <a:lnSpc>
                <a:spcPct val="150000"/>
              </a:lnSpc>
              <a:buFont typeface="Arial" panose="020B0604020202020204" pitchFamily="34" charset="0"/>
              <a:buChar char="•"/>
            </a:pPr>
            <a:r>
              <a:rPr lang="it-IT" sz="2000" b="1" dirty="0"/>
              <a:t>(M)ANOVA</a:t>
            </a:r>
            <a:r>
              <a:rPr lang="it-IT" sz="2000" dirty="0"/>
              <a:t>: study the </a:t>
            </a:r>
            <a:r>
              <a:rPr lang="it-IT" sz="2000" dirty="0" err="1"/>
              <a:t>differences</a:t>
            </a:r>
            <a:r>
              <a:rPr lang="it-IT" sz="2000" dirty="0"/>
              <a:t> </a:t>
            </a:r>
            <a:r>
              <a:rPr lang="it-IT" sz="2000" dirty="0" err="1"/>
              <a:t>among</a:t>
            </a:r>
            <a:r>
              <a:rPr lang="it-IT" sz="2000" dirty="0"/>
              <a:t> countries, </a:t>
            </a:r>
            <a:r>
              <a:rPr lang="it-IT" sz="2000" dirty="0" err="1"/>
              <a:t>land</a:t>
            </a:r>
            <a:r>
              <a:rPr lang="it-IT" sz="2000" dirty="0"/>
              <a:t> use and cover</a:t>
            </a:r>
          </a:p>
          <a:p>
            <a:pPr marL="342900" indent="-342900">
              <a:lnSpc>
                <a:spcPct val="150000"/>
              </a:lnSpc>
              <a:buFont typeface="Arial" panose="020B0604020202020204" pitchFamily="34" charset="0"/>
              <a:buChar char="•"/>
            </a:pPr>
            <a:r>
              <a:rPr lang="it-IT" sz="2000" b="1" dirty="0" err="1"/>
              <a:t>Regression</a:t>
            </a:r>
            <a:r>
              <a:rPr lang="it-IT" sz="2000" b="1" dirty="0"/>
              <a:t> models</a:t>
            </a:r>
            <a:r>
              <a:rPr lang="it-IT" sz="2000" dirty="0"/>
              <a:t>: </a:t>
            </a:r>
            <a:r>
              <a:rPr lang="it-IT" sz="2000" dirty="0" err="1"/>
              <a:t>fit</a:t>
            </a:r>
            <a:r>
              <a:rPr lang="it-IT" sz="2000" dirty="0"/>
              <a:t> and compare models with bulk </a:t>
            </a:r>
            <a:r>
              <a:rPr lang="it-IT" sz="2000" dirty="0" err="1"/>
              <a:t>density</a:t>
            </a:r>
            <a:r>
              <a:rPr lang="it-IT" sz="2000" dirty="0"/>
              <a:t> </a:t>
            </a:r>
            <a:r>
              <a:rPr lang="it-IT" sz="2000" dirty="0" err="1"/>
              <a:t>as</a:t>
            </a:r>
            <a:r>
              <a:rPr lang="it-IT" sz="2000" dirty="0"/>
              <a:t> the </a:t>
            </a:r>
            <a:r>
              <a:rPr lang="it-IT" sz="2000" dirty="0" err="1"/>
              <a:t>response</a:t>
            </a:r>
            <a:r>
              <a:rPr lang="it-IT" sz="2000" dirty="0"/>
              <a:t> </a:t>
            </a:r>
            <a:r>
              <a:rPr lang="it-IT" sz="2000" dirty="0" err="1"/>
              <a:t>variable</a:t>
            </a:r>
            <a:r>
              <a:rPr lang="it-IT" sz="2000"/>
              <a:t> </a:t>
            </a:r>
            <a:endParaRPr lang="it-IT" sz="2000" dirty="0"/>
          </a:p>
          <a:p>
            <a:pPr marL="342900" indent="-342900">
              <a:lnSpc>
                <a:spcPct val="150000"/>
              </a:lnSpc>
              <a:buFont typeface="Arial" panose="020B0604020202020204" pitchFamily="34" charset="0"/>
              <a:buChar char="•"/>
            </a:pPr>
            <a:r>
              <a:rPr lang="it-IT" sz="2000" b="1" dirty="0" err="1"/>
              <a:t>Prediction</a:t>
            </a:r>
            <a:r>
              <a:rPr lang="it-IT" sz="2000" dirty="0"/>
              <a:t>: </a:t>
            </a:r>
            <a:r>
              <a:rPr lang="it-IT" sz="2000" dirty="0" err="1"/>
              <a:t>predict</a:t>
            </a:r>
            <a:r>
              <a:rPr lang="it-IT" sz="2000" dirty="0"/>
              <a:t> the bulk </a:t>
            </a:r>
            <a:r>
              <a:rPr lang="it-IT" sz="2000" dirty="0" err="1"/>
              <a:t>density</a:t>
            </a:r>
            <a:r>
              <a:rPr lang="it-IT" sz="2000" dirty="0"/>
              <a:t> for the points </a:t>
            </a:r>
            <a:r>
              <a:rPr lang="it-IT" sz="2000" dirty="0" err="1"/>
              <a:t>we</a:t>
            </a:r>
            <a:r>
              <a:rPr lang="it-IT" sz="2000" dirty="0"/>
              <a:t> do </a:t>
            </a:r>
            <a:r>
              <a:rPr lang="it-IT" sz="2000" dirty="0" err="1"/>
              <a:t>not</a:t>
            </a:r>
            <a:r>
              <a:rPr lang="it-IT" sz="2000" dirty="0"/>
              <a:t> </a:t>
            </a:r>
            <a:r>
              <a:rPr lang="it-IT" sz="2000" dirty="0" err="1"/>
              <a:t>have</a:t>
            </a:r>
            <a:r>
              <a:rPr lang="it-IT" sz="2000" dirty="0"/>
              <a:t> an </a:t>
            </a:r>
            <a:r>
              <a:rPr lang="it-IT" sz="2000" dirty="0" err="1"/>
              <a:t>observed</a:t>
            </a:r>
            <a:r>
              <a:rPr lang="it-IT" sz="2000" dirty="0"/>
              <a:t> </a:t>
            </a:r>
            <a:r>
              <a:rPr lang="it-IT" sz="2000" dirty="0" err="1"/>
              <a:t>value</a:t>
            </a:r>
            <a:endParaRPr lang="it-IT" sz="2000" dirty="0"/>
          </a:p>
        </p:txBody>
      </p:sp>
      <p:sp>
        <p:nvSpPr>
          <p:cNvPr id="5" name="Rectangle 4">
            <a:extLst>
              <a:ext uri="{FF2B5EF4-FFF2-40B4-BE49-F238E27FC236}">
                <a16:creationId xmlns:a16="http://schemas.microsoft.com/office/drawing/2014/main" id="{3BE96186-DB0A-9FBC-FC67-FD439D256EF1}"/>
              </a:ext>
            </a:extLst>
          </p:cNvPr>
          <p:cNvSpPr/>
          <p:nvPr/>
        </p:nvSpPr>
        <p:spPr>
          <a:xfrm>
            <a:off x="146649" y="6366294"/>
            <a:ext cx="3027872" cy="284672"/>
          </a:xfrm>
          <a:prstGeom prst="rect">
            <a:avLst/>
          </a:prstGeom>
          <a:solidFill>
            <a:srgbClr val="728FA5"/>
          </a:solidFill>
          <a:ln>
            <a:solidFill>
              <a:srgbClr val="728FA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737773557"/>
      </p:ext>
    </p:extLst>
  </p:cSld>
  <p:clrMapOvr>
    <a:masterClrMapping/>
  </p:clrMapOvr>
</p:sld>
</file>

<file path=ppt/theme/theme1.xml><?xml version="1.0" encoding="utf-8"?>
<a:theme xmlns:a="http://schemas.openxmlformats.org/drawingml/2006/main" name="POLI">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emplate>POLI</Template>
  <TotalTime>0</TotalTime>
  <Words>338</Words>
  <Application>Microsoft Office PowerPoint</Application>
  <PresentationFormat>On-screen Show (4:3)</PresentationFormat>
  <Paragraphs>35</Paragraphs>
  <Slides>6</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6</vt:i4>
      </vt:variant>
    </vt:vector>
  </HeadingPairs>
  <TitlesOfParts>
    <vt:vector size="11" baseType="lpstr">
      <vt:lpstr>Arial</vt:lpstr>
      <vt:lpstr>Helvetica</vt:lpstr>
      <vt:lpstr>Open Sans</vt:lpstr>
      <vt:lpstr>Wingdings</vt:lpstr>
      <vt:lpstr>POLI</vt:lpstr>
      <vt:lpstr>Titolo presentazione sottotitolo</vt:lpstr>
      <vt:lpstr>Bulk Density Analysis of European Soil</vt:lpstr>
      <vt:lpstr>Firma convenzione  Politecnico di Milano e Veneranda Fabbrica del Duomo di Milano</vt:lpstr>
      <vt:lpstr>Dataset Description</vt:lpstr>
      <vt:lpstr>Research Question</vt:lpstr>
      <vt:lpstr>Tentative Workflow</vt:lpstr>
    </vt:vector>
  </TitlesOfParts>
  <Company>Area Servizi ICT</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Presentazione standard di PowerPoint</dc:title>
  <dc:creator>Mattia Brambilla</dc:creator>
  <cp:lastModifiedBy>Claudio Barbieri</cp:lastModifiedBy>
  <cp:revision>26</cp:revision>
  <dcterms:created xsi:type="dcterms:W3CDTF">2015-05-26T12:27:57Z</dcterms:created>
  <dcterms:modified xsi:type="dcterms:W3CDTF">2024-11-15T09:52:47Z</dcterms:modified>
</cp:coreProperties>
</file>